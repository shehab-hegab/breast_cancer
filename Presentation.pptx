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2"/>
  </p:notesMasterIdLst>
  <p:sldIdLst>
    <p:sldId id="256" r:id="rId2"/>
    <p:sldId id="260" r:id="rId3"/>
    <p:sldId id="258" r:id="rId4"/>
    <p:sldId id="259" r:id="rId5"/>
    <p:sldId id="265" r:id="rId6"/>
    <p:sldId id="264" r:id="rId7"/>
    <p:sldId id="261" r:id="rId8"/>
    <p:sldId id="307" r:id="rId9"/>
    <p:sldId id="269" r:id="rId10"/>
    <p:sldId id="262" r:id="rId11"/>
    <p:sldId id="263" r:id="rId12"/>
    <p:sldId id="308" r:id="rId13"/>
    <p:sldId id="278" r:id="rId14"/>
    <p:sldId id="266" r:id="rId15"/>
    <p:sldId id="309" r:id="rId16"/>
    <p:sldId id="277" r:id="rId17"/>
    <p:sldId id="310" r:id="rId18"/>
    <p:sldId id="311" r:id="rId19"/>
    <p:sldId id="287" r:id="rId20"/>
    <p:sldId id="281" r:id="rId21"/>
  </p:sldIdLst>
  <p:sldSz cx="9144000" cy="5143500" type="screen16x9"/>
  <p:notesSz cx="6858000" cy="9144000"/>
  <p:embeddedFontLst>
    <p:embeddedFont>
      <p:font typeface="Abel" panose="02000506030000020004" pitchFamily="2" charset="0"/>
      <p:regular r:id="rId23"/>
    </p:embeddedFont>
    <p:embeddedFont>
      <p:font typeface="Audiowide" panose="020B0604020202020204" charset="0"/>
      <p:regular r:id="rId24"/>
    </p:embeddedFont>
    <p:embeddedFont>
      <p:font typeface="Calibri" panose="020F0502020204030204" pitchFamily="34" charset="0"/>
      <p:regular r:id="rId25"/>
      <p:bold r:id="rId26"/>
    </p:embeddedFont>
    <p:embeddedFont>
      <p:font typeface="Montserrat" panose="00000500000000000000" pitchFamily="2" charset="0"/>
      <p:regular r:id="rId27"/>
      <p:bold r:id="rId28"/>
      <p:italic r:id="rId29"/>
      <p:boldItalic r:id="rId30"/>
    </p:embeddedFont>
    <p:embeddedFont>
      <p:font typeface="Poppins" panose="00000500000000000000" pitchFamily="2" charset="0"/>
      <p:regular r:id="rId31"/>
      <p:bold r:id="rId32"/>
      <p:italic r:id="rId33"/>
      <p:boldItalic r:id="rId34"/>
    </p:embeddedFont>
    <p:embeddedFont>
      <p:font typeface="Roboto Condensed Light" panose="02000000000000000000" pitchFamily="2" charset="0"/>
      <p:regular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AE120B-45A2-4C64-9A4E-6011A8F55243}">
  <a:tblStyle styleId="{98AE120B-45A2-4C64-9A4E-6011A8F5524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7"/>
        <p:cNvGrpSpPr/>
        <p:nvPr/>
      </p:nvGrpSpPr>
      <p:grpSpPr>
        <a:xfrm>
          <a:off x="0" y="0"/>
          <a:ext cx="0" cy="0"/>
          <a:chOff x="0" y="0"/>
          <a:chExt cx="0" cy="0"/>
        </a:xfrm>
      </p:grpSpPr>
      <p:sp>
        <p:nvSpPr>
          <p:cNvPr id="4668" name="Google Shape;4668;g13bb5320d8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9" name="Google Shape;4669;g13bb5320d8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0"/>
        <p:cNvGrpSpPr/>
        <p:nvPr/>
      </p:nvGrpSpPr>
      <p:grpSpPr>
        <a:xfrm>
          <a:off x="0" y="0"/>
          <a:ext cx="0" cy="0"/>
          <a:chOff x="0" y="0"/>
          <a:chExt cx="0" cy="0"/>
        </a:xfrm>
      </p:grpSpPr>
      <p:sp>
        <p:nvSpPr>
          <p:cNvPr id="4711" name="Google Shape;4711;g96f4505be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2" name="Google Shape;4712;g96f4505be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4"/>
        <p:cNvGrpSpPr/>
        <p:nvPr/>
      </p:nvGrpSpPr>
      <p:grpSpPr>
        <a:xfrm>
          <a:off x="0" y="0"/>
          <a:ext cx="0" cy="0"/>
          <a:chOff x="0" y="0"/>
          <a:chExt cx="0" cy="0"/>
        </a:xfrm>
      </p:grpSpPr>
      <p:sp>
        <p:nvSpPr>
          <p:cNvPr id="4685" name="Google Shape;4685;g99b5fb104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6" name="Google Shape;4686;g99b5fb104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3"/>
        <p:cNvGrpSpPr/>
        <p:nvPr/>
      </p:nvGrpSpPr>
      <p:grpSpPr>
        <a:xfrm>
          <a:off x="0" y="0"/>
          <a:ext cx="0" cy="0"/>
          <a:chOff x="0" y="0"/>
          <a:chExt cx="0" cy="0"/>
        </a:xfrm>
      </p:grpSpPr>
      <p:sp>
        <p:nvSpPr>
          <p:cNvPr id="4704" name="Google Shape;4704;g99b5fb104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5" name="Google Shape;4705;g99b5fb104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9"/>
        <p:cNvGrpSpPr/>
        <p:nvPr/>
      </p:nvGrpSpPr>
      <p:grpSpPr>
        <a:xfrm>
          <a:off x="0" y="0"/>
          <a:ext cx="0" cy="0"/>
          <a:chOff x="0" y="0"/>
          <a:chExt cx="0" cy="0"/>
        </a:xfrm>
      </p:grpSpPr>
      <p:sp>
        <p:nvSpPr>
          <p:cNvPr id="4760" name="Google Shape;4760;g989673f88f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1" name="Google Shape;4761;g989673f88f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8"/>
        <p:cNvGrpSpPr/>
        <p:nvPr/>
      </p:nvGrpSpPr>
      <p:grpSpPr>
        <a:xfrm>
          <a:off x="0" y="0"/>
          <a:ext cx="0" cy="0"/>
          <a:chOff x="0" y="0"/>
          <a:chExt cx="0" cy="0"/>
        </a:xfrm>
      </p:grpSpPr>
      <p:sp>
        <p:nvSpPr>
          <p:cNvPr id="4749" name="Google Shape;4749;g99b5fb104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0" name="Google Shape;4750;g99b5fb104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7"/>
        <p:cNvGrpSpPr/>
        <p:nvPr/>
      </p:nvGrpSpPr>
      <p:grpSpPr>
        <a:xfrm>
          <a:off x="0" y="0"/>
          <a:ext cx="0" cy="0"/>
          <a:chOff x="0" y="0"/>
          <a:chExt cx="0" cy="0"/>
        </a:xfrm>
      </p:grpSpPr>
      <p:sp>
        <p:nvSpPr>
          <p:cNvPr id="4718" name="Google Shape;4718;g99b5fb104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9" name="Google Shape;4719;g99b5fb104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4"/>
        <p:cNvGrpSpPr/>
        <p:nvPr/>
      </p:nvGrpSpPr>
      <p:grpSpPr>
        <a:xfrm>
          <a:off x="0" y="0"/>
          <a:ext cx="0" cy="0"/>
          <a:chOff x="0" y="0"/>
          <a:chExt cx="0" cy="0"/>
        </a:xfrm>
      </p:grpSpPr>
      <p:sp>
        <p:nvSpPr>
          <p:cNvPr id="4855" name="Google Shape;4855;g989673f88f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6" name="Google Shape;4856;g989673f88f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9872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2"/>
        <p:cNvGrpSpPr/>
        <p:nvPr/>
      </p:nvGrpSpPr>
      <p:grpSpPr>
        <a:xfrm>
          <a:off x="0" y="0"/>
          <a:ext cx="0" cy="0"/>
          <a:chOff x="0" y="0"/>
          <a:chExt cx="0" cy="0"/>
        </a:xfrm>
      </p:grpSpPr>
      <p:sp>
        <p:nvSpPr>
          <p:cNvPr id="4863" name="Google Shape;4863;gf81d60d90c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4" name="Google Shape;4864;gf81d60d90c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2"/>
        <p:cNvGrpSpPr/>
        <p:nvPr/>
      </p:nvGrpSpPr>
      <p:grpSpPr>
        <a:xfrm>
          <a:off x="0" y="0"/>
          <a:ext cx="0" cy="0"/>
          <a:chOff x="0" y="0"/>
          <a:chExt cx="0" cy="0"/>
        </a:xfrm>
      </p:grpSpPr>
      <p:sp>
        <p:nvSpPr>
          <p:cNvPr id="4733" name="Google Shape;4733;g96f4505be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4" name="Google Shape;4734;g96f4505be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0"/>
        <p:cNvGrpSpPr/>
        <p:nvPr/>
      </p:nvGrpSpPr>
      <p:grpSpPr>
        <a:xfrm>
          <a:off x="0" y="0"/>
          <a:ext cx="0" cy="0"/>
          <a:chOff x="0" y="0"/>
          <a:chExt cx="0" cy="0"/>
        </a:xfrm>
      </p:grpSpPr>
      <p:sp>
        <p:nvSpPr>
          <p:cNvPr id="4741" name="Google Shape;4741;gcb600d41e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2" name="Google Shape;4742;gcb600d41e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7"/>
        <p:cNvGrpSpPr/>
        <p:nvPr/>
      </p:nvGrpSpPr>
      <p:grpSpPr>
        <a:xfrm>
          <a:off x="0" y="0"/>
          <a:ext cx="0" cy="0"/>
          <a:chOff x="0" y="0"/>
          <a:chExt cx="0" cy="0"/>
        </a:xfrm>
      </p:grpSpPr>
      <p:sp>
        <p:nvSpPr>
          <p:cNvPr id="4718" name="Google Shape;4718;g99b5fb104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9" name="Google Shape;4719;g99b5fb104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6028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4"/>
        <p:cNvGrpSpPr/>
        <p:nvPr/>
      </p:nvGrpSpPr>
      <p:grpSpPr>
        <a:xfrm>
          <a:off x="0" y="0"/>
          <a:ext cx="0" cy="0"/>
          <a:chOff x="0" y="0"/>
          <a:chExt cx="0" cy="0"/>
        </a:xfrm>
      </p:grpSpPr>
      <p:sp>
        <p:nvSpPr>
          <p:cNvPr id="5015" name="Google Shape;5015;g96f4505be9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6" name="Google Shape;5016;g96f4505be9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1"/>
        <p:cNvGrpSpPr/>
        <p:nvPr/>
      </p:nvGrpSpPr>
      <p:grpSpPr>
        <a:xfrm>
          <a:off x="0" y="0"/>
          <a:ext cx="0" cy="0"/>
          <a:chOff x="0" y="0"/>
          <a:chExt cx="0" cy="0"/>
        </a:xfrm>
      </p:grpSpPr>
      <p:sp>
        <p:nvSpPr>
          <p:cNvPr id="4772" name="Google Shape;4772;g96f4505be9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3" name="Google Shape;4773;g96f4505be9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3"/>
        <p:cNvGrpSpPr/>
        <p:nvPr/>
      </p:nvGrpSpPr>
      <p:grpSpPr>
        <a:xfrm>
          <a:off x="0" y="0"/>
          <a:ext cx="0" cy="0"/>
          <a:chOff x="0" y="0"/>
          <a:chExt cx="0" cy="0"/>
        </a:xfrm>
      </p:grpSpPr>
      <p:sp>
        <p:nvSpPr>
          <p:cNvPr id="4994" name="Google Shape;4994;gf81d60d90c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5" name="Google Shape;4995;gf81d60d90c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8345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3"/>
        <p:cNvGrpSpPr/>
        <p:nvPr/>
      </p:nvGrpSpPr>
      <p:grpSpPr>
        <a:xfrm>
          <a:off x="0" y="0"/>
          <a:ext cx="0" cy="0"/>
          <a:chOff x="0" y="0"/>
          <a:chExt cx="0" cy="0"/>
        </a:xfrm>
      </p:grpSpPr>
      <p:sp>
        <p:nvSpPr>
          <p:cNvPr id="4994" name="Google Shape;4994;gf81d60d90c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5" name="Google Shape;4995;gf81d60d90c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2"/>
        <p:cNvGrpSpPr/>
        <p:nvPr/>
      </p:nvGrpSpPr>
      <p:grpSpPr>
        <a:xfrm>
          <a:off x="0" y="0"/>
          <a:ext cx="0" cy="0"/>
          <a:chOff x="0" y="0"/>
          <a:chExt cx="0" cy="0"/>
        </a:xfrm>
      </p:grpSpPr>
      <p:sp>
        <p:nvSpPr>
          <p:cNvPr id="4733" name="Google Shape;4733;g96f4505be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4" name="Google Shape;4734;g96f4505be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3331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0"/>
        <p:cNvGrpSpPr/>
        <p:nvPr/>
      </p:nvGrpSpPr>
      <p:grpSpPr>
        <a:xfrm>
          <a:off x="0" y="0"/>
          <a:ext cx="0" cy="0"/>
          <a:chOff x="0" y="0"/>
          <a:chExt cx="0" cy="0"/>
        </a:xfrm>
      </p:grpSpPr>
      <p:sp>
        <p:nvSpPr>
          <p:cNvPr id="4711" name="Google Shape;4711;g96f4505be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2" name="Google Shape;4712;g96f4505be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0377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5"/>
        <p:cNvGrpSpPr/>
        <p:nvPr/>
      </p:nvGrpSpPr>
      <p:grpSpPr>
        <a:xfrm>
          <a:off x="0" y="0"/>
          <a:ext cx="0" cy="0"/>
          <a:chOff x="0" y="0"/>
          <a:chExt cx="0" cy="0"/>
        </a:xfrm>
      </p:grpSpPr>
      <p:sp>
        <p:nvSpPr>
          <p:cNvPr id="5116" name="Google Shape;5116;g96f4505be9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7" name="Google Shape;5117;g96f4505be9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1"/>
        <p:cNvGrpSpPr/>
        <p:nvPr/>
      </p:nvGrpSpPr>
      <p:grpSpPr>
        <a:xfrm>
          <a:off x="0" y="0"/>
          <a:ext cx="0" cy="0"/>
          <a:chOff x="0" y="0"/>
          <a:chExt cx="0" cy="0"/>
        </a:xfrm>
      </p:grpSpPr>
      <p:sp>
        <p:nvSpPr>
          <p:cNvPr id="5062" name="Google Shape;5062;ge18f160091_1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3" name="Google Shape;5063;ge18f160091_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747950" y="1612700"/>
            <a:ext cx="5648100" cy="24198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506850" y="4216604"/>
            <a:ext cx="4260000" cy="381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1" name="Google Shape;11;p2"/>
          <p:cNvGrpSpPr/>
          <p:nvPr/>
        </p:nvGrpSpPr>
        <p:grpSpPr>
          <a:xfrm>
            <a:off x="-672042" y="-800093"/>
            <a:ext cx="10488084" cy="6107348"/>
            <a:chOff x="-120550" y="-133450"/>
            <a:chExt cx="7847425" cy="4570000"/>
          </a:xfrm>
        </p:grpSpPr>
        <p:sp>
          <p:nvSpPr>
            <p:cNvPr id="12" name="Google Shape;12;p2"/>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5"/>
        <p:cNvGrpSpPr/>
        <p:nvPr/>
      </p:nvGrpSpPr>
      <p:grpSpPr>
        <a:xfrm>
          <a:off x="0" y="0"/>
          <a:ext cx="0" cy="0"/>
          <a:chOff x="0" y="0"/>
          <a:chExt cx="0" cy="0"/>
        </a:xfrm>
      </p:grpSpPr>
      <p:grpSp>
        <p:nvGrpSpPr>
          <p:cNvPr id="336" name="Google Shape;336;p3"/>
          <p:cNvGrpSpPr/>
          <p:nvPr/>
        </p:nvGrpSpPr>
        <p:grpSpPr>
          <a:xfrm>
            <a:off x="-672042" y="-2362193"/>
            <a:ext cx="10488084" cy="6107348"/>
            <a:chOff x="-120550" y="-133450"/>
            <a:chExt cx="7847425" cy="4570000"/>
          </a:xfrm>
        </p:grpSpPr>
        <p:sp>
          <p:nvSpPr>
            <p:cNvPr id="337" name="Google Shape;337;p3"/>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 name="Google Shape;660;p3"/>
          <p:cNvGrpSpPr/>
          <p:nvPr/>
        </p:nvGrpSpPr>
        <p:grpSpPr>
          <a:xfrm rot="10800000">
            <a:off x="-519642" y="838207"/>
            <a:ext cx="10488084" cy="6107348"/>
            <a:chOff x="-120550" y="-133450"/>
            <a:chExt cx="7847425" cy="4570000"/>
          </a:xfrm>
        </p:grpSpPr>
        <p:sp>
          <p:nvSpPr>
            <p:cNvPr id="661" name="Google Shape;661;p3"/>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4" name="Google Shape;984;p3"/>
          <p:cNvSpPr txBox="1">
            <a:spLocks noGrp="1"/>
          </p:cNvSpPr>
          <p:nvPr>
            <p:ph type="title"/>
          </p:nvPr>
        </p:nvSpPr>
        <p:spPr>
          <a:xfrm>
            <a:off x="2440800" y="2336160"/>
            <a:ext cx="4262400" cy="841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3600"/>
              <a:buNone/>
              <a:defRPr sz="6000"/>
            </a:lvl1pPr>
            <a:lvl2pPr lvl="1" algn="ctr">
              <a:spcBef>
                <a:spcPts val="0"/>
              </a:spcBef>
              <a:spcAft>
                <a:spcPts val="0"/>
              </a:spcAft>
              <a:buClr>
                <a:schemeClr val="dk2"/>
              </a:buClr>
              <a:buSzPts val="3600"/>
              <a:buNone/>
              <a:defRPr sz="3600">
                <a:solidFill>
                  <a:schemeClr val="dk2"/>
                </a:solidFill>
              </a:defRPr>
            </a:lvl2pPr>
            <a:lvl3pPr lvl="2" algn="ctr">
              <a:spcBef>
                <a:spcPts val="0"/>
              </a:spcBef>
              <a:spcAft>
                <a:spcPts val="0"/>
              </a:spcAft>
              <a:buClr>
                <a:schemeClr val="dk2"/>
              </a:buClr>
              <a:buSzPts val="3600"/>
              <a:buNone/>
              <a:defRPr sz="3600">
                <a:solidFill>
                  <a:schemeClr val="dk2"/>
                </a:solidFill>
              </a:defRPr>
            </a:lvl3pPr>
            <a:lvl4pPr lvl="3" algn="ctr">
              <a:spcBef>
                <a:spcPts val="0"/>
              </a:spcBef>
              <a:spcAft>
                <a:spcPts val="0"/>
              </a:spcAft>
              <a:buClr>
                <a:schemeClr val="dk2"/>
              </a:buClr>
              <a:buSzPts val="3600"/>
              <a:buNone/>
              <a:defRPr sz="3600">
                <a:solidFill>
                  <a:schemeClr val="dk2"/>
                </a:solidFill>
              </a:defRPr>
            </a:lvl4pPr>
            <a:lvl5pPr lvl="4" algn="ctr">
              <a:spcBef>
                <a:spcPts val="0"/>
              </a:spcBef>
              <a:spcAft>
                <a:spcPts val="0"/>
              </a:spcAft>
              <a:buClr>
                <a:schemeClr val="dk2"/>
              </a:buClr>
              <a:buSzPts val="3600"/>
              <a:buNone/>
              <a:defRPr sz="3600">
                <a:solidFill>
                  <a:schemeClr val="dk2"/>
                </a:solidFill>
              </a:defRPr>
            </a:lvl5pPr>
            <a:lvl6pPr lvl="5" algn="ctr">
              <a:spcBef>
                <a:spcPts val="0"/>
              </a:spcBef>
              <a:spcAft>
                <a:spcPts val="0"/>
              </a:spcAft>
              <a:buClr>
                <a:schemeClr val="dk2"/>
              </a:buClr>
              <a:buSzPts val="3600"/>
              <a:buNone/>
              <a:defRPr sz="3600">
                <a:solidFill>
                  <a:schemeClr val="dk2"/>
                </a:solidFill>
              </a:defRPr>
            </a:lvl6pPr>
            <a:lvl7pPr lvl="6" algn="ctr">
              <a:spcBef>
                <a:spcPts val="0"/>
              </a:spcBef>
              <a:spcAft>
                <a:spcPts val="0"/>
              </a:spcAft>
              <a:buClr>
                <a:schemeClr val="dk2"/>
              </a:buClr>
              <a:buSzPts val="3600"/>
              <a:buNone/>
              <a:defRPr sz="3600">
                <a:solidFill>
                  <a:schemeClr val="dk2"/>
                </a:solidFill>
              </a:defRPr>
            </a:lvl7pPr>
            <a:lvl8pPr lvl="7" algn="ctr">
              <a:spcBef>
                <a:spcPts val="0"/>
              </a:spcBef>
              <a:spcAft>
                <a:spcPts val="0"/>
              </a:spcAft>
              <a:buClr>
                <a:schemeClr val="dk2"/>
              </a:buClr>
              <a:buSzPts val="3600"/>
              <a:buNone/>
              <a:defRPr sz="3600">
                <a:solidFill>
                  <a:schemeClr val="dk2"/>
                </a:solidFill>
              </a:defRPr>
            </a:lvl8pPr>
            <a:lvl9pPr lvl="8" algn="ctr">
              <a:spcBef>
                <a:spcPts val="0"/>
              </a:spcBef>
              <a:spcAft>
                <a:spcPts val="0"/>
              </a:spcAft>
              <a:buClr>
                <a:schemeClr val="dk2"/>
              </a:buClr>
              <a:buSzPts val="3600"/>
              <a:buNone/>
              <a:defRPr sz="3600">
                <a:solidFill>
                  <a:schemeClr val="dk2"/>
                </a:solidFill>
              </a:defRPr>
            </a:lvl9pPr>
          </a:lstStyle>
          <a:p>
            <a:endParaRPr/>
          </a:p>
        </p:txBody>
      </p:sp>
      <p:sp>
        <p:nvSpPr>
          <p:cNvPr id="985" name="Google Shape;985;p3"/>
          <p:cNvSpPr txBox="1">
            <a:spLocks noGrp="1"/>
          </p:cNvSpPr>
          <p:nvPr>
            <p:ph type="subTitle" idx="1"/>
          </p:nvPr>
        </p:nvSpPr>
        <p:spPr>
          <a:xfrm>
            <a:off x="3003750" y="3339765"/>
            <a:ext cx="3136500" cy="69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86" name="Google Shape;986;p3"/>
          <p:cNvSpPr txBox="1">
            <a:spLocks noGrp="1"/>
          </p:cNvSpPr>
          <p:nvPr>
            <p:ph type="title" idx="2" hasCustomPrompt="1"/>
          </p:nvPr>
        </p:nvSpPr>
        <p:spPr>
          <a:xfrm>
            <a:off x="3527550" y="1105335"/>
            <a:ext cx="2088900" cy="105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6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87"/>
        <p:cNvGrpSpPr/>
        <p:nvPr/>
      </p:nvGrpSpPr>
      <p:grpSpPr>
        <a:xfrm>
          <a:off x="0" y="0"/>
          <a:ext cx="0" cy="0"/>
          <a:chOff x="0" y="0"/>
          <a:chExt cx="0" cy="0"/>
        </a:xfrm>
      </p:grpSpPr>
      <p:sp>
        <p:nvSpPr>
          <p:cNvPr id="988" name="Google Shape;988;p4"/>
          <p:cNvSpPr txBox="1">
            <a:spLocks noGrp="1"/>
          </p:cNvSpPr>
          <p:nvPr>
            <p:ph type="body" idx="1"/>
          </p:nvPr>
        </p:nvSpPr>
        <p:spPr>
          <a:xfrm>
            <a:off x="721650" y="1121500"/>
            <a:ext cx="7717500" cy="3473700"/>
          </a:xfrm>
          <a:prstGeom prst="rect">
            <a:avLst/>
          </a:prstGeom>
          <a:noFill/>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AutoNum type="arabicPeriod"/>
              <a:defRPr sz="1400"/>
            </a:lvl1pPr>
            <a:lvl2pPr marL="914400" lvl="1" indent="-304800" rtl="0">
              <a:spcBef>
                <a:spcPts val="1000"/>
              </a:spcBef>
              <a:spcAft>
                <a:spcPts val="0"/>
              </a:spcAft>
              <a:buClr>
                <a:srgbClr val="434343"/>
              </a:buClr>
              <a:buSzPts val="1200"/>
              <a:buFont typeface="Roboto Condensed Light"/>
              <a:buAutoNum type="alphaLcPeriod"/>
              <a:defRPr/>
            </a:lvl2pPr>
            <a:lvl3pPr marL="1371600" lvl="2" indent="-304800" rtl="0">
              <a:spcBef>
                <a:spcPts val="1600"/>
              </a:spcBef>
              <a:spcAft>
                <a:spcPts val="0"/>
              </a:spcAft>
              <a:buClr>
                <a:srgbClr val="434343"/>
              </a:buClr>
              <a:buSzPts val="1200"/>
              <a:buFont typeface="Roboto Condensed Light"/>
              <a:buAutoNum type="romanLcPeriod"/>
              <a:defRPr/>
            </a:lvl3pPr>
            <a:lvl4pPr marL="1828800" lvl="3" indent="-304800" rtl="0">
              <a:spcBef>
                <a:spcPts val="1600"/>
              </a:spcBef>
              <a:spcAft>
                <a:spcPts val="0"/>
              </a:spcAft>
              <a:buClr>
                <a:srgbClr val="434343"/>
              </a:buClr>
              <a:buSzPts val="1200"/>
              <a:buFont typeface="Roboto Condensed Light"/>
              <a:buAutoNum type="arabicPeriod"/>
              <a:defRPr/>
            </a:lvl4pPr>
            <a:lvl5pPr marL="2286000" lvl="4" indent="-304800" rtl="0">
              <a:spcBef>
                <a:spcPts val="1600"/>
              </a:spcBef>
              <a:spcAft>
                <a:spcPts val="0"/>
              </a:spcAft>
              <a:buClr>
                <a:srgbClr val="434343"/>
              </a:buClr>
              <a:buSzPts val="1200"/>
              <a:buFont typeface="Roboto Condensed Light"/>
              <a:buAutoNum type="alphaLcPeriod"/>
              <a:defRPr/>
            </a:lvl5pPr>
            <a:lvl6pPr marL="2743200" lvl="5" indent="-304800" rtl="0">
              <a:spcBef>
                <a:spcPts val="1600"/>
              </a:spcBef>
              <a:spcAft>
                <a:spcPts val="0"/>
              </a:spcAft>
              <a:buClr>
                <a:srgbClr val="434343"/>
              </a:buClr>
              <a:buSzPts val="1200"/>
              <a:buFont typeface="Roboto Condensed Light"/>
              <a:buAutoNum type="romanLcPeriod"/>
              <a:defRPr/>
            </a:lvl6pPr>
            <a:lvl7pPr marL="3200400" lvl="6" indent="-304800" rtl="0">
              <a:spcBef>
                <a:spcPts val="1600"/>
              </a:spcBef>
              <a:spcAft>
                <a:spcPts val="0"/>
              </a:spcAft>
              <a:buClr>
                <a:srgbClr val="434343"/>
              </a:buClr>
              <a:buSzPts val="1200"/>
              <a:buFont typeface="Roboto Condensed Light"/>
              <a:buAutoNum type="arabicPeriod"/>
              <a:defRPr/>
            </a:lvl7pPr>
            <a:lvl8pPr marL="3657600" lvl="7" indent="-304800" rtl="0">
              <a:spcBef>
                <a:spcPts val="1600"/>
              </a:spcBef>
              <a:spcAft>
                <a:spcPts val="0"/>
              </a:spcAft>
              <a:buClr>
                <a:srgbClr val="434343"/>
              </a:buClr>
              <a:buSzPts val="1200"/>
              <a:buFont typeface="Roboto Condensed Light"/>
              <a:buAutoNum type="alphaLcPeriod"/>
              <a:defRPr/>
            </a:lvl8pPr>
            <a:lvl9pPr marL="4114800" lvl="8" indent="-304800" rtl="0">
              <a:spcBef>
                <a:spcPts val="1600"/>
              </a:spcBef>
              <a:spcAft>
                <a:spcPts val="1600"/>
              </a:spcAft>
              <a:buClr>
                <a:srgbClr val="434343"/>
              </a:buClr>
              <a:buSzPts val="1200"/>
              <a:buFont typeface="Roboto Condensed Light"/>
              <a:buAutoNum type="romanLcPeriod"/>
              <a:defRPr/>
            </a:lvl9pPr>
          </a:lstStyle>
          <a:p>
            <a:endParaRPr/>
          </a:p>
        </p:txBody>
      </p:sp>
      <p:sp>
        <p:nvSpPr>
          <p:cNvPr id="989" name="Google Shape;989;p4"/>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990" name="Google Shape;990;p4"/>
          <p:cNvGrpSpPr/>
          <p:nvPr/>
        </p:nvGrpSpPr>
        <p:grpSpPr>
          <a:xfrm rot="5400000" flipH="1">
            <a:off x="3436200" y="659438"/>
            <a:ext cx="9036625" cy="5462925"/>
            <a:chOff x="-1554275" y="-744050"/>
            <a:chExt cx="9036625" cy="5462925"/>
          </a:xfrm>
        </p:grpSpPr>
        <p:sp>
          <p:nvSpPr>
            <p:cNvPr id="991" name="Google Shape;991;p4"/>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3" name="Google Shape;993;p4"/>
            <p:cNvGrpSpPr/>
            <p:nvPr/>
          </p:nvGrpSpPr>
          <p:grpSpPr>
            <a:xfrm>
              <a:off x="-1554275" y="-744050"/>
              <a:ext cx="9036625" cy="5462925"/>
              <a:chOff x="-1554275" y="-744050"/>
              <a:chExt cx="9036625" cy="5462925"/>
            </a:xfrm>
          </p:grpSpPr>
          <p:sp>
            <p:nvSpPr>
              <p:cNvPr id="994" name="Google Shape;994;p4"/>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16"/>
        <p:cNvGrpSpPr/>
        <p:nvPr/>
      </p:nvGrpSpPr>
      <p:grpSpPr>
        <a:xfrm>
          <a:off x="0" y="0"/>
          <a:ext cx="0" cy="0"/>
          <a:chOff x="0" y="0"/>
          <a:chExt cx="0" cy="0"/>
        </a:xfrm>
      </p:grpSpPr>
      <p:grpSp>
        <p:nvGrpSpPr>
          <p:cNvPr id="1117" name="Google Shape;1117;p5"/>
          <p:cNvGrpSpPr/>
          <p:nvPr/>
        </p:nvGrpSpPr>
        <p:grpSpPr>
          <a:xfrm rot="-7965303">
            <a:off x="2142520" y="1164230"/>
            <a:ext cx="7707067" cy="7263594"/>
            <a:chOff x="2905900" y="1175475"/>
            <a:chExt cx="7706675" cy="7263225"/>
          </a:xfrm>
        </p:grpSpPr>
        <p:sp>
          <p:nvSpPr>
            <p:cNvPr id="1118" name="Google Shape;1118;p5"/>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5"/>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5"/>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5"/>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5"/>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5"/>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5"/>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5"/>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5"/>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5"/>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5"/>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5"/>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5"/>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5"/>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5"/>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5"/>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5"/>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5"/>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5"/>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5"/>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5"/>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5"/>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5"/>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5"/>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5"/>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5"/>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3" name="Google Shape;1183;p5"/>
          <p:cNvSpPr txBox="1">
            <a:spLocks noGrp="1"/>
          </p:cNvSpPr>
          <p:nvPr>
            <p:ph type="body" idx="1"/>
          </p:nvPr>
        </p:nvSpPr>
        <p:spPr>
          <a:xfrm>
            <a:off x="713325" y="2198444"/>
            <a:ext cx="2789100" cy="802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184" name="Google Shape;1184;p5"/>
          <p:cNvSpPr txBox="1">
            <a:spLocks noGrp="1"/>
          </p:cNvSpPr>
          <p:nvPr>
            <p:ph type="body" idx="2"/>
          </p:nvPr>
        </p:nvSpPr>
        <p:spPr>
          <a:xfrm>
            <a:off x="5641238" y="2194350"/>
            <a:ext cx="2789100" cy="802200"/>
          </a:xfrm>
          <a:prstGeom prst="rect">
            <a:avLst/>
          </a:prstGeom>
        </p:spPr>
        <p:txBody>
          <a:bodyPr spcFirstLastPara="1" wrap="square" lIns="91425" tIns="91425" rIns="91425" bIns="91425" anchor="t" anchorCtr="0">
            <a:noAutofit/>
          </a:bodyPr>
          <a:lstStyle>
            <a:lvl1pPr marL="457200" lvl="0" indent="-317500" algn="r">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185" name="Google Shape;1185;p5"/>
          <p:cNvSpPr txBox="1">
            <a:spLocks noGrp="1"/>
          </p:cNvSpPr>
          <p:nvPr>
            <p:ph type="subTitle" idx="3"/>
          </p:nvPr>
        </p:nvSpPr>
        <p:spPr>
          <a:xfrm>
            <a:off x="713325" y="1700625"/>
            <a:ext cx="2785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86" name="Google Shape;1186;p5"/>
          <p:cNvSpPr txBox="1">
            <a:spLocks noGrp="1"/>
          </p:cNvSpPr>
          <p:nvPr>
            <p:ph type="subTitle" idx="4"/>
          </p:nvPr>
        </p:nvSpPr>
        <p:spPr>
          <a:xfrm>
            <a:off x="5645572" y="1700625"/>
            <a:ext cx="2785200" cy="504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87" name="Google Shape;1187;p5"/>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88"/>
        <p:cNvGrpSpPr/>
        <p:nvPr/>
      </p:nvGrpSpPr>
      <p:grpSpPr>
        <a:xfrm>
          <a:off x="0" y="0"/>
          <a:ext cx="0" cy="0"/>
          <a:chOff x="0" y="0"/>
          <a:chExt cx="0" cy="0"/>
        </a:xfrm>
      </p:grpSpPr>
      <p:sp>
        <p:nvSpPr>
          <p:cNvPr id="1189" name="Google Shape;1189;p6"/>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1190" name="Google Shape;1190;p6"/>
          <p:cNvGrpSpPr/>
          <p:nvPr/>
        </p:nvGrpSpPr>
        <p:grpSpPr>
          <a:xfrm rot="5400000" flipH="1">
            <a:off x="3436200" y="659438"/>
            <a:ext cx="9036625" cy="5462925"/>
            <a:chOff x="-1554275" y="-744050"/>
            <a:chExt cx="9036625" cy="5462925"/>
          </a:xfrm>
        </p:grpSpPr>
        <p:sp>
          <p:nvSpPr>
            <p:cNvPr id="1191" name="Google Shape;1191;p6"/>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6"/>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3" name="Google Shape;1193;p6"/>
            <p:cNvGrpSpPr/>
            <p:nvPr/>
          </p:nvGrpSpPr>
          <p:grpSpPr>
            <a:xfrm>
              <a:off x="-1554275" y="-744050"/>
              <a:ext cx="9036625" cy="5462925"/>
              <a:chOff x="-1554275" y="-744050"/>
              <a:chExt cx="9036625" cy="5462925"/>
            </a:xfrm>
          </p:grpSpPr>
          <p:sp>
            <p:nvSpPr>
              <p:cNvPr id="1194" name="Google Shape;1194;p6"/>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6"/>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6"/>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6"/>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6"/>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6"/>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6"/>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6"/>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6"/>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6"/>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6"/>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6"/>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6"/>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6"/>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6"/>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6"/>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6"/>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6"/>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6"/>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6"/>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6"/>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6"/>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6"/>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6"/>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6"/>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6"/>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6"/>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6"/>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6"/>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6"/>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6"/>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6"/>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6"/>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6"/>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6"/>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6"/>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6"/>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6"/>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6"/>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6"/>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6"/>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6"/>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6"/>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6"/>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6"/>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6"/>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6"/>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6"/>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6"/>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6"/>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6"/>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6"/>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6"/>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6"/>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6"/>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6"/>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6"/>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6"/>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6"/>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6"/>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6"/>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6"/>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6"/>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6"/>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6"/>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6"/>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6"/>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6"/>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6"/>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6"/>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6"/>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6"/>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6"/>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6"/>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6"/>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6"/>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6"/>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6"/>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6"/>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6"/>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6"/>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6"/>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6"/>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6"/>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6"/>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6"/>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6"/>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6"/>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6"/>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6"/>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6"/>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6"/>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6"/>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6"/>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6"/>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6"/>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6"/>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6"/>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6"/>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6"/>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6"/>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6"/>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6"/>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6"/>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6"/>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6"/>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6"/>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6"/>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6"/>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6"/>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6"/>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6"/>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6"/>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6"/>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6"/>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6"/>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6"/>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16"/>
        <p:cNvGrpSpPr/>
        <p:nvPr/>
      </p:nvGrpSpPr>
      <p:grpSpPr>
        <a:xfrm>
          <a:off x="0" y="0"/>
          <a:ext cx="0" cy="0"/>
          <a:chOff x="0" y="0"/>
          <a:chExt cx="0" cy="0"/>
        </a:xfrm>
      </p:grpSpPr>
      <p:grpSp>
        <p:nvGrpSpPr>
          <p:cNvPr id="1317" name="Google Shape;1317;p7"/>
          <p:cNvGrpSpPr/>
          <p:nvPr/>
        </p:nvGrpSpPr>
        <p:grpSpPr>
          <a:xfrm rot="-778054">
            <a:off x="3248929" y="772075"/>
            <a:ext cx="7706697" cy="7263245"/>
            <a:chOff x="2905900" y="1175475"/>
            <a:chExt cx="7706675" cy="7263225"/>
          </a:xfrm>
        </p:grpSpPr>
        <p:sp>
          <p:nvSpPr>
            <p:cNvPr id="1318" name="Google Shape;1318;p7"/>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7"/>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7"/>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7"/>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7"/>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7"/>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7"/>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7"/>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7"/>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7"/>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7"/>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7"/>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7"/>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7"/>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7"/>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7"/>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7"/>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7"/>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7"/>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7"/>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7"/>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7"/>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7"/>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7"/>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7"/>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7"/>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7"/>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7"/>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7"/>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7"/>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7"/>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7"/>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7"/>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7"/>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7"/>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7"/>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7"/>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7"/>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7"/>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7"/>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7"/>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7"/>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7"/>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7"/>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7"/>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7"/>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7"/>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7"/>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7"/>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7"/>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7"/>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7"/>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7"/>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7"/>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7"/>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7"/>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7"/>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7"/>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7"/>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7"/>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7"/>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7"/>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3" name="Google Shape;1383;p7"/>
          <p:cNvSpPr txBox="1">
            <a:spLocks noGrp="1"/>
          </p:cNvSpPr>
          <p:nvPr>
            <p:ph type="body" idx="1"/>
          </p:nvPr>
        </p:nvSpPr>
        <p:spPr>
          <a:xfrm>
            <a:off x="722750" y="1409700"/>
            <a:ext cx="4038600" cy="2674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595959"/>
              </a:buClr>
              <a:buSzPts val="1400"/>
              <a:buFont typeface="Anaheim"/>
              <a:buAutoNum type="arabicPeriod"/>
              <a:defRPr sz="1400"/>
            </a:lvl1pPr>
            <a:lvl2pPr marL="914400" lvl="1" indent="-317500" rtl="0">
              <a:spcBef>
                <a:spcPts val="1600"/>
              </a:spcBef>
              <a:spcAft>
                <a:spcPts val="0"/>
              </a:spcAft>
              <a:buClr>
                <a:srgbClr val="595959"/>
              </a:buClr>
              <a:buSzPts val="1400"/>
              <a:buFont typeface="Anaheim"/>
              <a:buAutoNum type="alphaLcPeriod"/>
              <a:defRPr/>
            </a:lvl2pPr>
            <a:lvl3pPr marL="1371600" lvl="2" indent="-317500" rtl="0">
              <a:spcBef>
                <a:spcPts val="1600"/>
              </a:spcBef>
              <a:spcAft>
                <a:spcPts val="0"/>
              </a:spcAft>
              <a:buClr>
                <a:srgbClr val="595959"/>
              </a:buClr>
              <a:buSzPts val="1400"/>
              <a:buFont typeface="Anaheim"/>
              <a:buAutoNum type="romanLcPeriod"/>
              <a:defRPr/>
            </a:lvl3pPr>
            <a:lvl4pPr marL="1828800" lvl="3" indent="-317500" rtl="0">
              <a:spcBef>
                <a:spcPts val="1600"/>
              </a:spcBef>
              <a:spcAft>
                <a:spcPts val="0"/>
              </a:spcAft>
              <a:buClr>
                <a:srgbClr val="595959"/>
              </a:buClr>
              <a:buSzPts val="1400"/>
              <a:buFont typeface="Anaheim"/>
              <a:buAutoNum type="arabicPeriod"/>
              <a:defRPr/>
            </a:lvl4pPr>
            <a:lvl5pPr marL="2286000" lvl="4" indent="-317500" rtl="0">
              <a:spcBef>
                <a:spcPts val="1600"/>
              </a:spcBef>
              <a:spcAft>
                <a:spcPts val="0"/>
              </a:spcAft>
              <a:buClr>
                <a:srgbClr val="595959"/>
              </a:buClr>
              <a:buSzPts val="1400"/>
              <a:buFont typeface="Anaheim"/>
              <a:buAutoNum type="alphaLcPeriod"/>
              <a:defRPr/>
            </a:lvl5pPr>
            <a:lvl6pPr marL="2743200" lvl="5" indent="-317500" rtl="0">
              <a:spcBef>
                <a:spcPts val="1600"/>
              </a:spcBef>
              <a:spcAft>
                <a:spcPts val="0"/>
              </a:spcAft>
              <a:buClr>
                <a:srgbClr val="595959"/>
              </a:buClr>
              <a:buSzPts val="1400"/>
              <a:buFont typeface="Anaheim"/>
              <a:buAutoNum type="romanLcPeriod"/>
              <a:defRPr/>
            </a:lvl6pPr>
            <a:lvl7pPr marL="3200400" lvl="6" indent="-317500" rtl="0">
              <a:spcBef>
                <a:spcPts val="1600"/>
              </a:spcBef>
              <a:spcAft>
                <a:spcPts val="0"/>
              </a:spcAft>
              <a:buClr>
                <a:srgbClr val="595959"/>
              </a:buClr>
              <a:buSzPts val="1400"/>
              <a:buFont typeface="Anaheim"/>
              <a:buAutoNum type="arabicPeriod"/>
              <a:defRPr/>
            </a:lvl7pPr>
            <a:lvl8pPr marL="3657600" lvl="7" indent="-317500" rtl="0">
              <a:spcBef>
                <a:spcPts val="1600"/>
              </a:spcBef>
              <a:spcAft>
                <a:spcPts val="0"/>
              </a:spcAft>
              <a:buClr>
                <a:srgbClr val="595959"/>
              </a:buClr>
              <a:buSzPts val="1400"/>
              <a:buFont typeface="Anaheim"/>
              <a:buAutoNum type="alphaLcPeriod"/>
              <a:defRPr/>
            </a:lvl8pPr>
            <a:lvl9pPr marL="4114800" lvl="8" indent="-317500" rtl="0">
              <a:spcBef>
                <a:spcPts val="1600"/>
              </a:spcBef>
              <a:spcAft>
                <a:spcPts val="1600"/>
              </a:spcAft>
              <a:buClr>
                <a:srgbClr val="595959"/>
              </a:buClr>
              <a:buSzPts val="1400"/>
              <a:buFont typeface="Anaheim"/>
              <a:buAutoNum type="romanLcPeriod"/>
              <a:defRPr/>
            </a:lvl9pPr>
          </a:lstStyle>
          <a:p>
            <a:endParaRPr/>
          </a:p>
        </p:txBody>
      </p:sp>
      <p:sp>
        <p:nvSpPr>
          <p:cNvPr id="1384" name="Google Shape;1384;p7"/>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85"/>
        <p:cNvGrpSpPr/>
        <p:nvPr/>
      </p:nvGrpSpPr>
      <p:grpSpPr>
        <a:xfrm>
          <a:off x="0" y="0"/>
          <a:ext cx="0" cy="0"/>
          <a:chOff x="0" y="0"/>
          <a:chExt cx="0" cy="0"/>
        </a:xfrm>
      </p:grpSpPr>
      <p:grpSp>
        <p:nvGrpSpPr>
          <p:cNvPr id="1386" name="Google Shape;1386;p8"/>
          <p:cNvGrpSpPr/>
          <p:nvPr/>
        </p:nvGrpSpPr>
        <p:grpSpPr>
          <a:xfrm>
            <a:off x="-767292" y="3067057"/>
            <a:ext cx="10488084" cy="6107348"/>
            <a:chOff x="-120550" y="-133450"/>
            <a:chExt cx="7847425" cy="4570000"/>
          </a:xfrm>
        </p:grpSpPr>
        <p:sp>
          <p:nvSpPr>
            <p:cNvPr id="1387" name="Google Shape;1387;p8"/>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8"/>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8"/>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8"/>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8"/>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8"/>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8"/>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8"/>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8"/>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8"/>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8"/>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8"/>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8"/>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8"/>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8"/>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8"/>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8"/>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8"/>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8"/>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8"/>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8"/>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8"/>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8"/>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8"/>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8"/>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8"/>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8"/>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8"/>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8"/>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8"/>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8"/>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8"/>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8"/>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8"/>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8"/>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8"/>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8"/>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8"/>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8"/>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8"/>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8"/>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8"/>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8"/>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8"/>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8"/>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8"/>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8"/>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8"/>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8"/>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8"/>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8"/>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8"/>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8"/>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8"/>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8"/>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8"/>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8"/>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8"/>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8"/>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8"/>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8"/>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8"/>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8"/>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8"/>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8"/>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8"/>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8"/>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8"/>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8"/>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8"/>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8"/>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8"/>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8"/>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8"/>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8"/>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8"/>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8"/>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8"/>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8"/>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8"/>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8"/>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8"/>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8"/>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8"/>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8"/>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8"/>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8"/>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8"/>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8"/>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8"/>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8"/>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8"/>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8"/>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8"/>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8"/>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8"/>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8"/>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8"/>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8"/>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8"/>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8"/>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8"/>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8"/>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8"/>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8"/>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8"/>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8"/>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8"/>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8"/>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8"/>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8"/>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8"/>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8"/>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8"/>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8"/>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8"/>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8"/>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8"/>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8"/>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8"/>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8"/>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8"/>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8"/>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8"/>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8"/>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8"/>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8"/>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8"/>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8"/>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8"/>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8"/>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8"/>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8"/>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8"/>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8"/>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8"/>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8"/>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8"/>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8"/>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8"/>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8"/>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8"/>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8"/>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8"/>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8"/>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8"/>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8"/>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8"/>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8"/>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8"/>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8"/>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8"/>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8"/>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8"/>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8"/>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8"/>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8"/>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8"/>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8"/>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8"/>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8"/>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8"/>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8"/>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8"/>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8"/>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8"/>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8"/>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8"/>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8"/>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8"/>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8"/>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8"/>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8"/>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8"/>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8"/>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8"/>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8"/>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8"/>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8"/>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8"/>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8"/>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8"/>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8"/>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8"/>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8"/>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8"/>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8"/>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8"/>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8"/>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8"/>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8"/>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8"/>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8"/>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8"/>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8"/>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8"/>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8"/>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8"/>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8"/>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8"/>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8"/>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8"/>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8"/>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8"/>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8"/>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8"/>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8"/>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8"/>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8"/>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8"/>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8"/>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8"/>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8"/>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8"/>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8"/>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8"/>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8"/>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8"/>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8"/>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8"/>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8"/>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8"/>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8"/>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8"/>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8"/>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8"/>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8"/>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8"/>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8"/>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8"/>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8"/>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8"/>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8"/>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8"/>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8"/>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8"/>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8"/>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8"/>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8"/>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8"/>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8"/>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8"/>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8"/>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8"/>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8"/>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8"/>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8"/>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8"/>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8"/>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8"/>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8"/>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8"/>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8"/>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8"/>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8"/>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8"/>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8"/>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8"/>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8"/>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8"/>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8"/>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8"/>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8"/>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8"/>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8"/>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8"/>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8"/>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8"/>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8"/>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8"/>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8"/>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8"/>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8"/>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8"/>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8"/>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8"/>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8"/>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8"/>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8"/>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8"/>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8"/>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8"/>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8"/>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8"/>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8"/>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8"/>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8"/>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8"/>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8"/>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8"/>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8"/>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8"/>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8"/>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8"/>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8"/>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8"/>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8"/>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8"/>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8"/>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8"/>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8"/>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8"/>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8"/>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8"/>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8"/>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8"/>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8"/>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8"/>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8"/>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8"/>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8"/>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8"/>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8"/>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8"/>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8"/>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8"/>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8"/>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8"/>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8"/>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8"/>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8"/>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8"/>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8"/>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0" name="Google Shape;1710;p8"/>
          <p:cNvSpPr txBox="1">
            <a:spLocks noGrp="1"/>
          </p:cNvSpPr>
          <p:nvPr>
            <p:ph type="title"/>
          </p:nvPr>
        </p:nvSpPr>
        <p:spPr>
          <a:xfrm>
            <a:off x="1510350" y="539500"/>
            <a:ext cx="6123300" cy="20322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Clr>
                <a:schemeClr val="dk2"/>
              </a:buClr>
              <a:buSzPts val="4800"/>
              <a:buNone/>
              <a:defRPr sz="4800">
                <a:solidFill>
                  <a:schemeClr val="dk2"/>
                </a:solidFill>
              </a:defRPr>
            </a:lvl2pPr>
            <a:lvl3pPr lvl="2">
              <a:spcBef>
                <a:spcPts val="0"/>
              </a:spcBef>
              <a:spcAft>
                <a:spcPts val="0"/>
              </a:spcAft>
              <a:buClr>
                <a:schemeClr val="dk2"/>
              </a:buClr>
              <a:buSzPts val="4800"/>
              <a:buNone/>
              <a:defRPr sz="4800">
                <a:solidFill>
                  <a:schemeClr val="dk2"/>
                </a:solidFill>
              </a:defRPr>
            </a:lvl3pPr>
            <a:lvl4pPr lvl="3">
              <a:spcBef>
                <a:spcPts val="0"/>
              </a:spcBef>
              <a:spcAft>
                <a:spcPts val="0"/>
              </a:spcAft>
              <a:buClr>
                <a:schemeClr val="dk2"/>
              </a:buClr>
              <a:buSzPts val="4800"/>
              <a:buNone/>
              <a:defRPr sz="4800">
                <a:solidFill>
                  <a:schemeClr val="dk2"/>
                </a:solidFill>
              </a:defRPr>
            </a:lvl4pPr>
            <a:lvl5pPr lvl="4">
              <a:spcBef>
                <a:spcPts val="0"/>
              </a:spcBef>
              <a:spcAft>
                <a:spcPts val="0"/>
              </a:spcAft>
              <a:buClr>
                <a:schemeClr val="dk2"/>
              </a:buClr>
              <a:buSzPts val="4800"/>
              <a:buNone/>
              <a:defRPr sz="4800">
                <a:solidFill>
                  <a:schemeClr val="dk2"/>
                </a:solidFill>
              </a:defRPr>
            </a:lvl5pPr>
            <a:lvl6pPr lvl="5">
              <a:spcBef>
                <a:spcPts val="0"/>
              </a:spcBef>
              <a:spcAft>
                <a:spcPts val="0"/>
              </a:spcAft>
              <a:buClr>
                <a:schemeClr val="dk2"/>
              </a:buClr>
              <a:buSzPts val="4800"/>
              <a:buNone/>
              <a:defRPr sz="4800">
                <a:solidFill>
                  <a:schemeClr val="dk2"/>
                </a:solidFill>
              </a:defRPr>
            </a:lvl6pPr>
            <a:lvl7pPr lvl="6">
              <a:spcBef>
                <a:spcPts val="0"/>
              </a:spcBef>
              <a:spcAft>
                <a:spcPts val="0"/>
              </a:spcAft>
              <a:buClr>
                <a:schemeClr val="dk2"/>
              </a:buClr>
              <a:buSzPts val="4800"/>
              <a:buNone/>
              <a:defRPr sz="4800">
                <a:solidFill>
                  <a:schemeClr val="dk2"/>
                </a:solidFill>
              </a:defRPr>
            </a:lvl7pPr>
            <a:lvl8pPr lvl="7">
              <a:spcBef>
                <a:spcPts val="0"/>
              </a:spcBef>
              <a:spcAft>
                <a:spcPts val="0"/>
              </a:spcAft>
              <a:buClr>
                <a:schemeClr val="dk2"/>
              </a:buClr>
              <a:buSzPts val="4800"/>
              <a:buNone/>
              <a:defRPr sz="4800">
                <a:solidFill>
                  <a:schemeClr val="dk2"/>
                </a:solidFill>
              </a:defRPr>
            </a:lvl8pPr>
            <a:lvl9pPr lvl="8">
              <a:spcBef>
                <a:spcPts val="0"/>
              </a:spcBef>
              <a:spcAft>
                <a:spcPts val="0"/>
              </a:spcAft>
              <a:buClr>
                <a:schemeClr val="dk2"/>
              </a:buClr>
              <a:buSzPts val="4800"/>
              <a:buNone/>
              <a:defRPr sz="4800">
                <a:solidFill>
                  <a:schemeClr val="dk2"/>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11"/>
        <p:cNvGrpSpPr/>
        <p:nvPr/>
      </p:nvGrpSpPr>
      <p:grpSpPr>
        <a:xfrm>
          <a:off x="0" y="0"/>
          <a:ext cx="0" cy="0"/>
          <a:chOff x="0" y="0"/>
          <a:chExt cx="0" cy="0"/>
        </a:xfrm>
      </p:grpSpPr>
      <p:grpSp>
        <p:nvGrpSpPr>
          <p:cNvPr id="1712" name="Google Shape;1712;p9"/>
          <p:cNvGrpSpPr/>
          <p:nvPr/>
        </p:nvGrpSpPr>
        <p:grpSpPr>
          <a:xfrm>
            <a:off x="-1693775" y="-1599775"/>
            <a:ext cx="9206200" cy="7199075"/>
            <a:chOff x="-3560675" y="-1695025"/>
            <a:chExt cx="9206200" cy="7199075"/>
          </a:xfrm>
        </p:grpSpPr>
        <p:sp>
          <p:nvSpPr>
            <p:cNvPr id="1713" name="Google Shape;1713;p9"/>
            <p:cNvSpPr/>
            <p:nvPr/>
          </p:nvSpPr>
          <p:spPr>
            <a:xfrm>
              <a:off x="3144700" y="1760900"/>
              <a:ext cx="49725" cy="38825"/>
            </a:xfrm>
            <a:custGeom>
              <a:avLst/>
              <a:gdLst/>
              <a:ahLst/>
              <a:cxnLst/>
              <a:rect l="l" t="t" r="r" b="b"/>
              <a:pathLst>
                <a:path w="1989" h="1553" extrusionOk="0">
                  <a:moveTo>
                    <a:pt x="1058" y="1"/>
                  </a:moveTo>
                  <a:cubicBezTo>
                    <a:pt x="1040" y="1"/>
                    <a:pt x="1022" y="2"/>
                    <a:pt x="1004" y="3"/>
                  </a:cubicBezTo>
                  <a:cubicBezTo>
                    <a:pt x="1" y="33"/>
                    <a:pt x="31" y="1553"/>
                    <a:pt x="1034" y="1553"/>
                  </a:cubicBezTo>
                  <a:cubicBezTo>
                    <a:pt x="1988" y="1523"/>
                    <a:pt x="1977" y="1"/>
                    <a:pt x="10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9"/>
            <p:cNvSpPr/>
            <p:nvPr/>
          </p:nvSpPr>
          <p:spPr>
            <a:xfrm>
              <a:off x="2791350" y="1538300"/>
              <a:ext cx="49950" cy="38775"/>
            </a:xfrm>
            <a:custGeom>
              <a:avLst/>
              <a:gdLst/>
              <a:ahLst/>
              <a:cxnLst/>
              <a:rect l="l" t="t" r="r" b="b"/>
              <a:pathLst>
                <a:path w="1998" h="1551" extrusionOk="0">
                  <a:moveTo>
                    <a:pt x="1002" y="0"/>
                  </a:moveTo>
                  <a:cubicBezTo>
                    <a:pt x="993" y="0"/>
                    <a:pt x="983" y="0"/>
                    <a:pt x="973" y="1"/>
                  </a:cubicBezTo>
                  <a:cubicBezTo>
                    <a:pt x="1"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9"/>
            <p:cNvSpPr/>
            <p:nvPr/>
          </p:nvSpPr>
          <p:spPr>
            <a:xfrm>
              <a:off x="3881050" y="912150"/>
              <a:ext cx="50175" cy="39550"/>
            </a:xfrm>
            <a:custGeom>
              <a:avLst/>
              <a:gdLst/>
              <a:ahLst/>
              <a:cxnLst/>
              <a:rect l="l" t="t" r="r" b="b"/>
              <a:pathLst>
                <a:path w="2007" h="1582" extrusionOk="0">
                  <a:moveTo>
                    <a:pt x="973" y="1"/>
                  </a:moveTo>
                  <a:cubicBezTo>
                    <a:pt x="0" y="62"/>
                    <a:pt x="30" y="1581"/>
                    <a:pt x="1033" y="158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6" name="Google Shape;1716;p9"/>
            <p:cNvGrpSpPr/>
            <p:nvPr/>
          </p:nvGrpSpPr>
          <p:grpSpPr>
            <a:xfrm>
              <a:off x="-3560675" y="-1695025"/>
              <a:ext cx="9206200" cy="7199075"/>
              <a:chOff x="-3560675" y="-1695025"/>
              <a:chExt cx="9206200" cy="7199075"/>
            </a:xfrm>
          </p:grpSpPr>
          <p:sp>
            <p:nvSpPr>
              <p:cNvPr id="1717" name="Google Shape;1717;p9"/>
              <p:cNvSpPr/>
              <p:nvPr/>
            </p:nvSpPr>
            <p:spPr>
              <a:xfrm>
                <a:off x="3584675" y="-201850"/>
                <a:ext cx="50175" cy="38800"/>
              </a:xfrm>
              <a:custGeom>
                <a:avLst/>
                <a:gdLst/>
                <a:ahLst/>
                <a:cxnLst/>
                <a:rect l="l" t="t" r="r" b="b"/>
                <a:pathLst>
                  <a:path w="2007" h="1552" extrusionOk="0">
                    <a:moveTo>
                      <a:pt x="973" y="1"/>
                    </a:moveTo>
                    <a:cubicBezTo>
                      <a:pt x="1" y="31"/>
                      <a:pt x="31" y="1551"/>
                      <a:pt x="1034" y="1551"/>
                    </a:cubicBezTo>
                    <a:cubicBezTo>
                      <a:pt x="2007"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9"/>
              <p:cNvSpPr/>
              <p:nvPr/>
            </p:nvSpPr>
            <p:spPr>
              <a:xfrm>
                <a:off x="4071775" y="186450"/>
                <a:ext cx="49925" cy="39550"/>
              </a:xfrm>
              <a:custGeom>
                <a:avLst/>
                <a:gdLst/>
                <a:ahLst/>
                <a:cxnLst/>
                <a:rect l="l" t="t" r="r" b="b"/>
                <a:pathLst>
                  <a:path w="1997" h="1582" extrusionOk="0">
                    <a:moveTo>
                      <a:pt x="1032" y="1"/>
                    </a:moveTo>
                    <a:cubicBezTo>
                      <a:pt x="1023" y="1"/>
                      <a:pt x="1013" y="1"/>
                      <a:pt x="1003" y="1"/>
                    </a:cubicBezTo>
                    <a:cubicBezTo>
                      <a:pt x="0" y="62"/>
                      <a:pt x="31" y="1582"/>
                      <a:pt x="1034" y="1582"/>
                    </a:cubicBezTo>
                    <a:cubicBezTo>
                      <a:pt x="199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9"/>
              <p:cNvSpPr/>
              <p:nvPr/>
            </p:nvSpPr>
            <p:spPr>
              <a:xfrm>
                <a:off x="4755675" y="-352300"/>
                <a:ext cx="50175" cy="39550"/>
              </a:xfrm>
              <a:custGeom>
                <a:avLst/>
                <a:gdLst/>
                <a:ahLst/>
                <a:cxnLst/>
                <a:rect l="l" t="t" r="r" b="b"/>
                <a:pathLst>
                  <a:path w="2007" h="1582" extrusionOk="0">
                    <a:moveTo>
                      <a:pt x="1004" y="1"/>
                    </a:moveTo>
                    <a:cubicBezTo>
                      <a:pt x="0" y="61"/>
                      <a:pt x="31" y="1581"/>
                      <a:pt x="1034" y="1581"/>
                    </a:cubicBezTo>
                    <a:cubicBezTo>
                      <a:pt x="2007" y="1520"/>
                      <a:pt x="1976"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9"/>
              <p:cNvSpPr/>
              <p:nvPr/>
            </p:nvSpPr>
            <p:spPr>
              <a:xfrm>
                <a:off x="5595350" y="406075"/>
                <a:ext cx="50175" cy="38775"/>
              </a:xfrm>
              <a:custGeom>
                <a:avLst/>
                <a:gdLst/>
                <a:ahLst/>
                <a:cxnLst/>
                <a:rect l="l" t="t" r="r" b="b"/>
                <a:pathLst>
                  <a:path w="2007" h="1551" extrusionOk="0">
                    <a:moveTo>
                      <a:pt x="1004" y="0"/>
                    </a:moveTo>
                    <a:cubicBezTo>
                      <a:pt x="1" y="31"/>
                      <a:pt x="31" y="1551"/>
                      <a:pt x="1034" y="1551"/>
                    </a:cubicBezTo>
                    <a:cubicBezTo>
                      <a:pt x="2007" y="1520"/>
                      <a:pt x="1976"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9"/>
              <p:cNvSpPr/>
              <p:nvPr/>
            </p:nvSpPr>
            <p:spPr>
              <a:xfrm>
                <a:off x="1941075" y="5468575"/>
                <a:ext cx="50675" cy="35475"/>
              </a:xfrm>
              <a:custGeom>
                <a:avLst/>
                <a:gdLst/>
                <a:ahLst/>
                <a:cxnLst/>
                <a:rect l="l" t="t" r="r" b="b"/>
                <a:pathLst>
                  <a:path w="2027" h="1419" extrusionOk="0">
                    <a:moveTo>
                      <a:pt x="1041" y="0"/>
                    </a:moveTo>
                    <a:cubicBezTo>
                      <a:pt x="495" y="0"/>
                      <a:pt x="1" y="690"/>
                      <a:pt x="516" y="1181"/>
                    </a:cubicBezTo>
                    <a:cubicBezTo>
                      <a:pt x="669" y="1349"/>
                      <a:pt x="844" y="1419"/>
                      <a:pt x="1014" y="1419"/>
                    </a:cubicBezTo>
                    <a:cubicBezTo>
                      <a:pt x="1551" y="1419"/>
                      <a:pt x="2027" y="717"/>
                      <a:pt x="1519" y="208"/>
                    </a:cubicBezTo>
                    <a:cubicBezTo>
                      <a:pt x="1372" y="62"/>
                      <a:pt x="1204" y="0"/>
                      <a:pt x="10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2" name="Google Shape;1722;p9"/>
              <p:cNvGrpSpPr/>
              <p:nvPr/>
            </p:nvGrpSpPr>
            <p:grpSpPr>
              <a:xfrm>
                <a:off x="-3560675" y="-1695025"/>
                <a:ext cx="9184925" cy="7184775"/>
                <a:chOff x="-3560675" y="-1695025"/>
                <a:chExt cx="9184925" cy="7184775"/>
              </a:xfrm>
            </p:grpSpPr>
            <p:sp>
              <p:nvSpPr>
                <p:cNvPr id="1723" name="Google Shape;1723;p9"/>
                <p:cNvSpPr/>
                <p:nvPr/>
              </p:nvSpPr>
              <p:spPr>
                <a:xfrm>
                  <a:off x="-1101575" y="-1682675"/>
                  <a:ext cx="6725825" cy="4350200"/>
                </a:xfrm>
                <a:custGeom>
                  <a:avLst/>
                  <a:gdLst/>
                  <a:ahLst/>
                  <a:cxnLst/>
                  <a:rect l="l" t="t" r="r" b="b"/>
                  <a:pathLst>
                    <a:path w="269033" h="174008" extrusionOk="0">
                      <a:moveTo>
                        <a:pt x="59302" y="540"/>
                      </a:moveTo>
                      <a:lnTo>
                        <a:pt x="70458" y="37653"/>
                      </a:lnTo>
                      <a:lnTo>
                        <a:pt x="70458" y="37653"/>
                      </a:lnTo>
                      <a:lnTo>
                        <a:pt x="20365" y="22790"/>
                      </a:lnTo>
                      <a:lnTo>
                        <a:pt x="59302" y="540"/>
                      </a:lnTo>
                      <a:close/>
                      <a:moveTo>
                        <a:pt x="103984" y="31635"/>
                      </a:moveTo>
                      <a:lnTo>
                        <a:pt x="93984" y="45769"/>
                      </a:lnTo>
                      <a:cubicBezTo>
                        <a:pt x="93893" y="45860"/>
                        <a:pt x="93953" y="45981"/>
                        <a:pt x="94014" y="46042"/>
                      </a:cubicBezTo>
                      <a:lnTo>
                        <a:pt x="94045" y="46073"/>
                      </a:lnTo>
                      <a:lnTo>
                        <a:pt x="91036" y="54431"/>
                      </a:lnTo>
                      <a:lnTo>
                        <a:pt x="71066" y="38170"/>
                      </a:lnTo>
                      <a:lnTo>
                        <a:pt x="103984" y="31635"/>
                      </a:lnTo>
                      <a:close/>
                      <a:moveTo>
                        <a:pt x="129516" y="12334"/>
                      </a:moveTo>
                      <a:lnTo>
                        <a:pt x="116446" y="58048"/>
                      </a:lnTo>
                      <a:lnTo>
                        <a:pt x="94409" y="45921"/>
                      </a:lnTo>
                      <a:lnTo>
                        <a:pt x="129516" y="12334"/>
                      </a:lnTo>
                      <a:close/>
                      <a:moveTo>
                        <a:pt x="49363" y="35221"/>
                      </a:moveTo>
                      <a:lnTo>
                        <a:pt x="70640" y="38170"/>
                      </a:lnTo>
                      <a:lnTo>
                        <a:pt x="70640" y="38322"/>
                      </a:lnTo>
                      <a:lnTo>
                        <a:pt x="87054" y="64401"/>
                      </a:lnTo>
                      <a:lnTo>
                        <a:pt x="87054" y="64401"/>
                      </a:lnTo>
                      <a:lnTo>
                        <a:pt x="49363" y="35221"/>
                      </a:lnTo>
                      <a:close/>
                      <a:moveTo>
                        <a:pt x="71643" y="39142"/>
                      </a:moveTo>
                      <a:lnTo>
                        <a:pt x="90975" y="54796"/>
                      </a:lnTo>
                      <a:lnTo>
                        <a:pt x="87510" y="64401"/>
                      </a:lnTo>
                      <a:lnTo>
                        <a:pt x="71643" y="39142"/>
                      </a:lnTo>
                      <a:close/>
                      <a:moveTo>
                        <a:pt x="49454" y="35799"/>
                      </a:moveTo>
                      <a:lnTo>
                        <a:pt x="86689" y="64644"/>
                      </a:lnTo>
                      <a:lnTo>
                        <a:pt x="62707" y="60511"/>
                      </a:lnTo>
                      <a:lnTo>
                        <a:pt x="62707" y="60359"/>
                      </a:lnTo>
                      <a:lnTo>
                        <a:pt x="49454" y="35799"/>
                      </a:lnTo>
                      <a:close/>
                      <a:moveTo>
                        <a:pt x="20335" y="23185"/>
                      </a:moveTo>
                      <a:lnTo>
                        <a:pt x="68786" y="37531"/>
                      </a:lnTo>
                      <a:lnTo>
                        <a:pt x="48846" y="34765"/>
                      </a:lnTo>
                      <a:lnTo>
                        <a:pt x="48755" y="34765"/>
                      </a:lnTo>
                      <a:lnTo>
                        <a:pt x="48634" y="34644"/>
                      </a:lnTo>
                      <a:cubicBezTo>
                        <a:pt x="48608" y="34618"/>
                        <a:pt x="48571" y="34609"/>
                        <a:pt x="48533" y="34609"/>
                      </a:cubicBezTo>
                      <a:cubicBezTo>
                        <a:pt x="48481" y="34609"/>
                        <a:pt x="48425" y="34626"/>
                        <a:pt x="48390" y="34644"/>
                      </a:cubicBezTo>
                      <a:lnTo>
                        <a:pt x="15593" y="66985"/>
                      </a:lnTo>
                      <a:lnTo>
                        <a:pt x="20335" y="23185"/>
                      </a:lnTo>
                      <a:close/>
                      <a:moveTo>
                        <a:pt x="91248" y="55039"/>
                      </a:moveTo>
                      <a:lnTo>
                        <a:pt x="111583" y="71514"/>
                      </a:lnTo>
                      <a:lnTo>
                        <a:pt x="87753" y="64827"/>
                      </a:lnTo>
                      <a:lnTo>
                        <a:pt x="91248" y="55039"/>
                      </a:lnTo>
                      <a:close/>
                      <a:moveTo>
                        <a:pt x="94349" y="46346"/>
                      </a:moveTo>
                      <a:lnTo>
                        <a:pt x="116325" y="58444"/>
                      </a:lnTo>
                      <a:lnTo>
                        <a:pt x="112525" y="71787"/>
                      </a:lnTo>
                      <a:lnTo>
                        <a:pt x="91400" y="54675"/>
                      </a:lnTo>
                      <a:lnTo>
                        <a:pt x="94349" y="46346"/>
                      </a:lnTo>
                      <a:close/>
                      <a:moveTo>
                        <a:pt x="129820" y="12759"/>
                      </a:moveTo>
                      <a:lnTo>
                        <a:pt x="150672" y="76863"/>
                      </a:lnTo>
                      <a:lnTo>
                        <a:pt x="116781" y="58231"/>
                      </a:lnTo>
                      <a:lnTo>
                        <a:pt x="129820" y="12759"/>
                      </a:lnTo>
                      <a:close/>
                      <a:moveTo>
                        <a:pt x="130216" y="12729"/>
                      </a:moveTo>
                      <a:lnTo>
                        <a:pt x="172557" y="68201"/>
                      </a:lnTo>
                      <a:lnTo>
                        <a:pt x="153286" y="78262"/>
                      </a:lnTo>
                      <a:lnTo>
                        <a:pt x="151158" y="77137"/>
                      </a:lnTo>
                      <a:lnTo>
                        <a:pt x="130216" y="12729"/>
                      </a:lnTo>
                      <a:close/>
                      <a:moveTo>
                        <a:pt x="151341" y="77684"/>
                      </a:moveTo>
                      <a:lnTo>
                        <a:pt x="152921" y="78535"/>
                      </a:lnTo>
                      <a:lnTo>
                        <a:pt x="151797" y="79113"/>
                      </a:lnTo>
                      <a:lnTo>
                        <a:pt x="151341" y="77684"/>
                      </a:lnTo>
                      <a:close/>
                      <a:moveTo>
                        <a:pt x="87753" y="65191"/>
                      </a:moveTo>
                      <a:lnTo>
                        <a:pt x="111796" y="71970"/>
                      </a:lnTo>
                      <a:lnTo>
                        <a:pt x="88421" y="81423"/>
                      </a:lnTo>
                      <a:lnTo>
                        <a:pt x="87753" y="65191"/>
                      </a:lnTo>
                      <a:close/>
                      <a:moveTo>
                        <a:pt x="63315" y="61027"/>
                      </a:moveTo>
                      <a:lnTo>
                        <a:pt x="87358" y="65131"/>
                      </a:lnTo>
                      <a:lnTo>
                        <a:pt x="88057" y="81575"/>
                      </a:lnTo>
                      <a:lnTo>
                        <a:pt x="87327" y="81848"/>
                      </a:lnTo>
                      <a:lnTo>
                        <a:pt x="63315" y="61027"/>
                      </a:lnTo>
                      <a:close/>
                      <a:moveTo>
                        <a:pt x="88087" y="81939"/>
                      </a:moveTo>
                      <a:lnTo>
                        <a:pt x="88118" y="82487"/>
                      </a:lnTo>
                      <a:lnTo>
                        <a:pt x="87722" y="82152"/>
                      </a:lnTo>
                      <a:lnTo>
                        <a:pt x="88087" y="81939"/>
                      </a:lnTo>
                      <a:close/>
                      <a:moveTo>
                        <a:pt x="62494" y="60723"/>
                      </a:moveTo>
                      <a:cubicBezTo>
                        <a:pt x="62494" y="60754"/>
                        <a:pt x="62524" y="60814"/>
                        <a:pt x="62555" y="60875"/>
                      </a:cubicBezTo>
                      <a:lnTo>
                        <a:pt x="86993" y="82031"/>
                      </a:lnTo>
                      <a:lnTo>
                        <a:pt x="83801" y="83338"/>
                      </a:lnTo>
                      <a:lnTo>
                        <a:pt x="44895" y="70359"/>
                      </a:lnTo>
                      <a:lnTo>
                        <a:pt x="62494" y="60723"/>
                      </a:lnTo>
                      <a:close/>
                      <a:moveTo>
                        <a:pt x="87297" y="82304"/>
                      </a:moveTo>
                      <a:lnTo>
                        <a:pt x="88118" y="83003"/>
                      </a:lnTo>
                      <a:lnTo>
                        <a:pt x="88209" y="84797"/>
                      </a:lnTo>
                      <a:lnTo>
                        <a:pt x="88209" y="84797"/>
                      </a:lnTo>
                      <a:lnTo>
                        <a:pt x="84318" y="83520"/>
                      </a:lnTo>
                      <a:lnTo>
                        <a:pt x="87297" y="82304"/>
                      </a:lnTo>
                      <a:close/>
                      <a:moveTo>
                        <a:pt x="88543" y="83368"/>
                      </a:moveTo>
                      <a:lnTo>
                        <a:pt x="91431" y="85860"/>
                      </a:lnTo>
                      <a:lnTo>
                        <a:pt x="88604" y="84918"/>
                      </a:lnTo>
                      <a:lnTo>
                        <a:pt x="88543" y="83368"/>
                      </a:lnTo>
                      <a:close/>
                      <a:moveTo>
                        <a:pt x="45229" y="70906"/>
                      </a:moveTo>
                      <a:lnTo>
                        <a:pt x="83193" y="83550"/>
                      </a:lnTo>
                      <a:lnTo>
                        <a:pt x="62403" y="91940"/>
                      </a:lnTo>
                      <a:lnTo>
                        <a:pt x="45229" y="70906"/>
                      </a:lnTo>
                      <a:close/>
                      <a:moveTo>
                        <a:pt x="116659" y="58626"/>
                      </a:moveTo>
                      <a:lnTo>
                        <a:pt x="150824" y="77380"/>
                      </a:lnTo>
                      <a:lnTo>
                        <a:pt x="151432" y="79265"/>
                      </a:lnTo>
                      <a:lnTo>
                        <a:pt x="120641" y="95313"/>
                      </a:lnTo>
                      <a:cubicBezTo>
                        <a:pt x="120580" y="95374"/>
                        <a:pt x="120550" y="95435"/>
                        <a:pt x="120550" y="95526"/>
                      </a:cubicBezTo>
                      <a:lnTo>
                        <a:pt x="120550" y="95557"/>
                      </a:lnTo>
                      <a:cubicBezTo>
                        <a:pt x="120550" y="95557"/>
                        <a:pt x="120489" y="95526"/>
                        <a:pt x="120459" y="95526"/>
                      </a:cubicBezTo>
                      <a:lnTo>
                        <a:pt x="92343" y="86164"/>
                      </a:lnTo>
                      <a:lnTo>
                        <a:pt x="88513" y="82821"/>
                      </a:lnTo>
                      <a:lnTo>
                        <a:pt x="88482" y="81818"/>
                      </a:lnTo>
                      <a:lnTo>
                        <a:pt x="112404" y="72122"/>
                      </a:lnTo>
                      <a:lnTo>
                        <a:pt x="112586" y="72152"/>
                      </a:lnTo>
                      <a:cubicBezTo>
                        <a:pt x="112608" y="72157"/>
                        <a:pt x="112629" y="72160"/>
                        <a:pt x="112650" y="72160"/>
                      </a:cubicBezTo>
                      <a:cubicBezTo>
                        <a:pt x="112747" y="72160"/>
                        <a:pt x="112829" y="72105"/>
                        <a:pt x="112829" y="72030"/>
                      </a:cubicBezTo>
                      <a:lnTo>
                        <a:pt x="116659" y="58626"/>
                      </a:lnTo>
                      <a:close/>
                      <a:moveTo>
                        <a:pt x="151553" y="79660"/>
                      </a:moveTo>
                      <a:lnTo>
                        <a:pt x="158088" y="99721"/>
                      </a:lnTo>
                      <a:lnTo>
                        <a:pt x="158088" y="99721"/>
                      </a:lnTo>
                      <a:lnTo>
                        <a:pt x="121370" y="95435"/>
                      </a:lnTo>
                      <a:lnTo>
                        <a:pt x="151553" y="79660"/>
                      </a:lnTo>
                      <a:close/>
                      <a:moveTo>
                        <a:pt x="172770" y="68535"/>
                      </a:moveTo>
                      <a:lnTo>
                        <a:pt x="199670" y="103855"/>
                      </a:lnTo>
                      <a:lnTo>
                        <a:pt x="153711" y="78535"/>
                      </a:lnTo>
                      <a:lnTo>
                        <a:pt x="172770" y="68535"/>
                      </a:lnTo>
                      <a:close/>
                      <a:moveTo>
                        <a:pt x="83771" y="83702"/>
                      </a:moveTo>
                      <a:lnTo>
                        <a:pt x="88209" y="85192"/>
                      </a:lnTo>
                      <a:lnTo>
                        <a:pt x="89181" y="107988"/>
                      </a:lnTo>
                      <a:lnTo>
                        <a:pt x="64135" y="108657"/>
                      </a:lnTo>
                      <a:lnTo>
                        <a:pt x="62646" y="92304"/>
                      </a:lnTo>
                      <a:lnTo>
                        <a:pt x="83771" y="83702"/>
                      </a:lnTo>
                      <a:close/>
                      <a:moveTo>
                        <a:pt x="93102" y="86863"/>
                      </a:moveTo>
                      <a:lnTo>
                        <a:pt x="120276" y="95891"/>
                      </a:lnTo>
                      <a:lnTo>
                        <a:pt x="124744" y="114250"/>
                      </a:lnTo>
                      <a:lnTo>
                        <a:pt x="93102" y="86863"/>
                      </a:lnTo>
                      <a:close/>
                      <a:moveTo>
                        <a:pt x="15654" y="68261"/>
                      </a:moveTo>
                      <a:lnTo>
                        <a:pt x="44469" y="70480"/>
                      </a:lnTo>
                      <a:cubicBezTo>
                        <a:pt x="44469" y="70511"/>
                        <a:pt x="44469" y="70541"/>
                        <a:pt x="44500" y="70602"/>
                      </a:cubicBezTo>
                      <a:lnTo>
                        <a:pt x="62038" y="92092"/>
                      </a:lnTo>
                      <a:lnTo>
                        <a:pt x="8724" y="114311"/>
                      </a:lnTo>
                      <a:lnTo>
                        <a:pt x="15654" y="68261"/>
                      </a:lnTo>
                      <a:close/>
                      <a:moveTo>
                        <a:pt x="88634" y="85344"/>
                      </a:moveTo>
                      <a:lnTo>
                        <a:pt x="92160" y="86529"/>
                      </a:lnTo>
                      <a:lnTo>
                        <a:pt x="124805" y="114797"/>
                      </a:lnTo>
                      <a:lnTo>
                        <a:pt x="109364" y="128323"/>
                      </a:lnTo>
                      <a:lnTo>
                        <a:pt x="89607" y="108262"/>
                      </a:lnTo>
                      <a:lnTo>
                        <a:pt x="89607" y="108171"/>
                      </a:lnTo>
                      <a:lnTo>
                        <a:pt x="88634" y="85344"/>
                      </a:lnTo>
                      <a:close/>
                      <a:moveTo>
                        <a:pt x="63132" y="109417"/>
                      </a:moveTo>
                      <a:lnTo>
                        <a:pt x="42706" y="137624"/>
                      </a:lnTo>
                      <a:lnTo>
                        <a:pt x="9180" y="115101"/>
                      </a:lnTo>
                      <a:lnTo>
                        <a:pt x="63132" y="109417"/>
                      </a:lnTo>
                      <a:close/>
                      <a:moveTo>
                        <a:pt x="158636" y="100146"/>
                      </a:moveTo>
                      <a:lnTo>
                        <a:pt x="200126" y="105010"/>
                      </a:lnTo>
                      <a:lnTo>
                        <a:pt x="171067" y="138445"/>
                      </a:lnTo>
                      <a:lnTo>
                        <a:pt x="171067" y="138384"/>
                      </a:lnTo>
                      <a:lnTo>
                        <a:pt x="158636" y="100146"/>
                      </a:lnTo>
                      <a:close/>
                      <a:moveTo>
                        <a:pt x="62251" y="92456"/>
                      </a:moveTo>
                      <a:lnTo>
                        <a:pt x="63771" y="108931"/>
                      </a:lnTo>
                      <a:lnTo>
                        <a:pt x="63771" y="108961"/>
                      </a:lnTo>
                      <a:cubicBezTo>
                        <a:pt x="63801" y="109052"/>
                        <a:pt x="63892" y="109113"/>
                        <a:pt x="63953" y="109113"/>
                      </a:cubicBezTo>
                      <a:lnTo>
                        <a:pt x="89090" y="108444"/>
                      </a:lnTo>
                      <a:lnTo>
                        <a:pt x="44956" y="139144"/>
                      </a:lnTo>
                      <a:lnTo>
                        <a:pt x="43071" y="137837"/>
                      </a:lnTo>
                      <a:lnTo>
                        <a:pt x="63710" y="109326"/>
                      </a:lnTo>
                      <a:cubicBezTo>
                        <a:pt x="63740" y="109235"/>
                        <a:pt x="63740" y="109174"/>
                        <a:pt x="63710" y="109083"/>
                      </a:cubicBezTo>
                      <a:cubicBezTo>
                        <a:pt x="63649" y="109022"/>
                        <a:pt x="63588" y="108961"/>
                        <a:pt x="63497" y="108961"/>
                      </a:cubicBezTo>
                      <a:lnTo>
                        <a:pt x="8663" y="114736"/>
                      </a:lnTo>
                      <a:lnTo>
                        <a:pt x="62251" y="92456"/>
                      </a:lnTo>
                      <a:close/>
                      <a:moveTo>
                        <a:pt x="156812" y="129721"/>
                      </a:moveTo>
                      <a:lnTo>
                        <a:pt x="170794" y="138597"/>
                      </a:lnTo>
                      <a:lnTo>
                        <a:pt x="133377" y="150694"/>
                      </a:lnTo>
                      <a:lnTo>
                        <a:pt x="133377" y="150694"/>
                      </a:lnTo>
                      <a:lnTo>
                        <a:pt x="156812" y="129721"/>
                      </a:lnTo>
                      <a:close/>
                      <a:moveTo>
                        <a:pt x="120611" y="95678"/>
                      </a:moveTo>
                      <a:lnTo>
                        <a:pt x="120611" y="95678"/>
                      </a:lnTo>
                      <a:cubicBezTo>
                        <a:pt x="120641" y="95709"/>
                        <a:pt x="120702" y="95709"/>
                        <a:pt x="120732" y="95709"/>
                      </a:cubicBezTo>
                      <a:lnTo>
                        <a:pt x="158240" y="100116"/>
                      </a:lnTo>
                      <a:lnTo>
                        <a:pt x="170551" y="137989"/>
                      </a:lnTo>
                      <a:lnTo>
                        <a:pt x="156903" y="129296"/>
                      </a:lnTo>
                      <a:cubicBezTo>
                        <a:pt x="156865" y="129283"/>
                        <a:pt x="156833" y="129276"/>
                        <a:pt x="156801" y="129276"/>
                      </a:cubicBezTo>
                      <a:cubicBezTo>
                        <a:pt x="156756" y="129276"/>
                        <a:pt x="156713" y="129291"/>
                        <a:pt x="156660" y="129326"/>
                      </a:cubicBezTo>
                      <a:lnTo>
                        <a:pt x="132465" y="150998"/>
                      </a:lnTo>
                      <a:lnTo>
                        <a:pt x="132191" y="151059"/>
                      </a:lnTo>
                      <a:lnTo>
                        <a:pt x="125352" y="114827"/>
                      </a:lnTo>
                      <a:cubicBezTo>
                        <a:pt x="125352" y="114767"/>
                        <a:pt x="125322" y="114736"/>
                        <a:pt x="125291" y="114706"/>
                      </a:cubicBezTo>
                      <a:lnTo>
                        <a:pt x="125200" y="114675"/>
                      </a:lnTo>
                      <a:lnTo>
                        <a:pt x="120611" y="95678"/>
                      </a:lnTo>
                      <a:close/>
                      <a:moveTo>
                        <a:pt x="125018" y="115101"/>
                      </a:moveTo>
                      <a:lnTo>
                        <a:pt x="131827" y="151120"/>
                      </a:lnTo>
                      <a:lnTo>
                        <a:pt x="131827" y="151120"/>
                      </a:lnTo>
                      <a:lnTo>
                        <a:pt x="109638" y="128627"/>
                      </a:lnTo>
                      <a:lnTo>
                        <a:pt x="125018" y="115101"/>
                      </a:lnTo>
                      <a:close/>
                      <a:moveTo>
                        <a:pt x="89425" y="108627"/>
                      </a:moveTo>
                      <a:lnTo>
                        <a:pt x="109060" y="128566"/>
                      </a:lnTo>
                      <a:lnTo>
                        <a:pt x="81157" y="153035"/>
                      </a:lnTo>
                      <a:lnTo>
                        <a:pt x="45260" y="139387"/>
                      </a:lnTo>
                      <a:lnTo>
                        <a:pt x="89425" y="108627"/>
                      </a:lnTo>
                      <a:close/>
                      <a:moveTo>
                        <a:pt x="42828" y="138110"/>
                      </a:moveTo>
                      <a:lnTo>
                        <a:pt x="44895" y="139478"/>
                      </a:lnTo>
                      <a:cubicBezTo>
                        <a:pt x="44925" y="139509"/>
                        <a:pt x="44956" y="139509"/>
                        <a:pt x="45047" y="139509"/>
                      </a:cubicBezTo>
                      <a:lnTo>
                        <a:pt x="45047" y="139661"/>
                      </a:lnTo>
                      <a:lnTo>
                        <a:pt x="58877" y="164342"/>
                      </a:lnTo>
                      <a:lnTo>
                        <a:pt x="17265" y="173491"/>
                      </a:lnTo>
                      <a:lnTo>
                        <a:pt x="17265" y="173491"/>
                      </a:lnTo>
                      <a:lnTo>
                        <a:pt x="42828" y="138110"/>
                      </a:lnTo>
                      <a:close/>
                      <a:moveTo>
                        <a:pt x="59359" y="1"/>
                      </a:moveTo>
                      <a:cubicBezTo>
                        <a:pt x="59333" y="1"/>
                        <a:pt x="59302" y="8"/>
                        <a:pt x="59272" y="23"/>
                      </a:cubicBezTo>
                      <a:lnTo>
                        <a:pt x="20365" y="22334"/>
                      </a:lnTo>
                      <a:lnTo>
                        <a:pt x="19241" y="2850"/>
                      </a:lnTo>
                      <a:cubicBezTo>
                        <a:pt x="19241" y="2789"/>
                        <a:pt x="19150" y="2698"/>
                        <a:pt x="19089" y="2668"/>
                      </a:cubicBezTo>
                      <a:cubicBezTo>
                        <a:pt x="19068" y="2654"/>
                        <a:pt x="19048" y="2648"/>
                        <a:pt x="19028" y="2648"/>
                      </a:cubicBezTo>
                      <a:cubicBezTo>
                        <a:pt x="18958" y="2648"/>
                        <a:pt x="18893" y="2719"/>
                        <a:pt x="18846" y="2789"/>
                      </a:cubicBezTo>
                      <a:lnTo>
                        <a:pt x="61" y="42000"/>
                      </a:lnTo>
                      <a:cubicBezTo>
                        <a:pt x="0" y="42091"/>
                        <a:pt x="61" y="42212"/>
                        <a:pt x="122" y="42243"/>
                      </a:cubicBezTo>
                      <a:cubicBezTo>
                        <a:pt x="149" y="42261"/>
                        <a:pt x="175" y="42268"/>
                        <a:pt x="202" y="42268"/>
                      </a:cubicBezTo>
                      <a:cubicBezTo>
                        <a:pt x="267" y="42268"/>
                        <a:pt x="331" y="42225"/>
                        <a:pt x="396" y="42182"/>
                      </a:cubicBezTo>
                      <a:lnTo>
                        <a:pt x="18846" y="3640"/>
                      </a:lnTo>
                      <a:lnTo>
                        <a:pt x="19970" y="22729"/>
                      </a:lnTo>
                      <a:cubicBezTo>
                        <a:pt x="19970" y="22790"/>
                        <a:pt x="20001" y="22850"/>
                        <a:pt x="20031" y="22881"/>
                      </a:cubicBezTo>
                      <a:cubicBezTo>
                        <a:pt x="20001" y="22911"/>
                        <a:pt x="20001" y="22942"/>
                        <a:pt x="20001" y="23002"/>
                      </a:cubicBezTo>
                      <a:lnTo>
                        <a:pt x="15168" y="67502"/>
                      </a:lnTo>
                      <a:cubicBezTo>
                        <a:pt x="15168" y="67593"/>
                        <a:pt x="15198" y="67653"/>
                        <a:pt x="15289" y="67714"/>
                      </a:cubicBezTo>
                      <a:cubicBezTo>
                        <a:pt x="15312" y="67725"/>
                        <a:pt x="15338" y="67732"/>
                        <a:pt x="15365" y="67732"/>
                      </a:cubicBezTo>
                      <a:cubicBezTo>
                        <a:pt x="15413" y="67732"/>
                        <a:pt x="15464" y="67711"/>
                        <a:pt x="15502" y="67653"/>
                      </a:cubicBezTo>
                      <a:lnTo>
                        <a:pt x="48542" y="35069"/>
                      </a:lnTo>
                      <a:lnTo>
                        <a:pt x="48694" y="35191"/>
                      </a:lnTo>
                      <a:lnTo>
                        <a:pt x="62251" y="60359"/>
                      </a:lnTo>
                      <a:lnTo>
                        <a:pt x="44560" y="70085"/>
                      </a:lnTo>
                      <a:lnTo>
                        <a:pt x="15502" y="67897"/>
                      </a:lnTo>
                      <a:cubicBezTo>
                        <a:pt x="15411" y="67897"/>
                        <a:pt x="15320" y="67988"/>
                        <a:pt x="15320" y="68049"/>
                      </a:cubicBezTo>
                      <a:lnTo>
                        <a:pt x="8298" y="114645"/>
                      </a:lnTo>
                      <a:cubicBezTo>
                        <a:pt x="8298" y="114706"/>
                        <a:pt x="8298" y="114797"/>
                        <a:pt x="8359" y="114827"/>
                      </a:cubicBezTo>
                      <a:cubicBezTo>
                        <a:pt x="8420" y="114858"/>
                        <a:pt x="8450" y="114858"/>
                        <a:pt x="8481" y="114858"/>
                      </a:cubicBezTo>
                      <a:cubicBezTo>
                        <a:pt x="8481" y="114888"/>
                        <a:pt x="8450" y="114888"/>
                        <a:pt x="8450" y="114949"/>
                      </a:cubicBezTo>
                      <a:cubicBezTo>
                        <a:pt x="8450" y="115010"/>
                        <a:pt x="8450" y="115101"/>
                        <a:pt x="8511" y="115162"/>
                      </a:cubicBezTo>
                      <a:lnTo>
                        <a:pt x="42524" y="137958"/>
                      </a:lnTo>
                      <a:lnTo>
                        <a:pt x="16657" y="173704"/>
                      </a:lnTo>
                      <a:cubicBezTo>
                        <a:pt x="16627" y="173795"/>
                        <a:pt x="16627" y="173856"/>
                        <a:pt x="16657" y="173947"/>
                      </a:cubicBezTo>
                      <a:cubicBezTo>
                        <a:pt x="16688" y="174008"/>
                        <a:pt x="16779" y="174008"/>
                        <a:pt x="16809" y="174008"/>
                      </a:cubicBezTo>
                      <a:lnTo>
                        <a:pt x="16840" y="174008"/>
                      </a:lnTo>
                      <a:lnTo>
                        <a:pt x="59211" y="164707"/>
                      </a:lnTo>
                      <a:cubicBezTo>
                        <a:pt x="59302" y="164707"/>
                        <a:pt x="59333" y="164676"/>
                        <a:pt x="59363" y="164585"/>
                      </a:cubicBezTo>
                      <a:cubicBezTo>
                        <a:pt x="59394" y="164555"/>
                        <a:pt x="59363" y="164463"/>
                        <a:pt x="59363" y="164403"/>
                      </a:cubicBezTo>
                      <a:lnTo>
                        <a:pt x="45685" y="139965"/>
                      </a:lnTo>
                      <a:lnTo>
                        <a:pt x="81218" y="153460"/>
                      </a:lnTo>
                      <a:cubicBezTo>
                        <a:pt x="81236" y="153469"/>
                        <a:pt x="81256" y="153473"/>
                        <a:pt x="81277" y="153473"/>
                      </a:cubicBezTo>
                      <a:cubicBezTo>
                        <a:pt x="81327" y="153473"/>
                        <a:pt x="81379" y="153451"/>
                        <a:pt x="81400" y="153430"/>
                      </a:cubicBezTo>
                      <a:lnTo>
                        <a:pt x="109395" y="128870"/>
                      </a:lnTo>
                      <a:lnTo>
                        <a:pt x="131979" y="151788"/>
                      </a:lnTo>
                      <a:cubicBezTo>
                        <a:pt x="132009" y="151819"/>
                        <a:pt x="132055" y="151834"/>
                        <a:pt x="132104" y="151834"/>
                      </a:cubicBezTo>
                      <a:cubicBezTo>
                        <a:pt x="132153" y="151834"/>
                        <a:pt x="132206" y="151819"/>
                        <a:pt x="132252" y="151788"/>
                      </a:cubicBezTo>
                      <a:lnTo>
                        <a:pt x="132738" y="151363"/>
                      </a:lnTo>
                      <a:lnTo>
                        <a:pt x="171219" y="138931"/>
                      </a:lnTo>
                      <a:cubicBezTo>
                        <a:pt x="171250" y="138931"/>
                        <a:pt x="171311" y="138901"/>
                        <a:pt x="171311" y="138901"/>
                      </a:cubicBezTo>
                      <a:lnTo>
                        <a:pt x="200703" y="105040"/>
                      </a:lnTo>
                      <a:cubicBezTo>
                        <a:pt x="200734" y="105010"/>
                        <a:pt x="200794" y="104949"/>
                        <a:pt x="200734" y="104858"/>
                      </a:cubicBezTo>
                      <a:cubicBezTo>
                        <a:pt x="200703" y="104797"/>
                        <a:pt x="200673" y="104736"/>
                        <a:pt x="200582" y="104736"/>
                      </a:cubicBezTo>
                      <a:lnTo>
                        <a:pt x="158544" y="99812"/>
                      </a:lnTo>
                      <a:lnTo>
                        <a:pt x="151918" y="79508"/>
                      </a:lnTo>
                      <a:lnTo>
                        <a:pt x="153286" y="78809"/>
                      </a:lnTo>
                      <a:lnTo>
                        <a:pt x="200338" y="104645"/>
                      </a:lnTo>
                      <a:cubicBezTo>
                        <a:pt x="200361" y="104656"/>
                        <a:pt x="200391" y="104663"/>
                        <a:pt x="200422" y="104663"/>
                      </a:cubicBezTo>
                      <a:cubicBezTo>
                        <a:pt x="200476" y="104663"/>
                        <a:pt x="200532" y="104642"/>
                        <a:pt x="200551" y="104584"/>
                      </a:cubicBezTo>
                      <a:cubicBezTo>
                        <a:pt x="200582" y="104523"/>
                        <a:pt x="200642" y="104432"/>
                        <a:pt x="200551" y="104371"/>
                      </a:cubicBezTo>
                      <a:lnTo>
                        <a:pt x="173134" y="68413"/>
                      </a:lnTo>
                      <a:lnTo>
                        <a:pt x="188332" y="60480"/>
                      </a:lnTo>
                      <a:lnTo>
                        <a:pt x="207694" y="75769"/>
                      </a:lnTo>
                      <a:cubicBezTo>
                        <a:pt x="207740" y="75784"/>
                        <a:pt x="207778" y="75792"/>
                        <a:pt x="207816" y="75792"/>
                      </a:cubicBezTo>
                      <a:cubicBezTo>
                        <a:pt x="207854" y="75792"/>
                        <a:pt x="207892" y="75784"/>
                        <a:pt x="207937" y="75769"/>
                      </a:cubicBezTo>
                      <a:lnTo>
                        <a:pt x="235081" y="54249"/>
                      </a:lnTo>
                      <a:lnTo>
                        <a:pt x="268638" y="84523"/>
                      </a:lnTo>
                      <a:cubicBezTo>
                        <a:pt x="268683" y="84569"/>
                        <a:pt x="268729" y="84591"/>
                        <a:pt x="268774" y="84591"/>
                      </a:cubicBezTo>
                      <a:cubicBezTo>
                        <a:pt x="268820" y="84591"/>
                        <a:pt x="268866" y="84569"/>
                        <a:pt x="268911" y="84523"/>
                      </a:cubicBezTo>
                      <a:cubicBezTo>
                        <a:pt x="269033" y="84401"/>
                        <a:pt x="269033" y="84280"/>
                        <a:pt x="268942" y="84189"/>
                      </a:cubicBezTo>
                      <a:lnTo>
                        <a:pt x="235263" y="53793"/>
                      </a:lnTo>
                      <a:cubicBezTo>
                        <a:pt x="235233" y="53763"/>
                        <a:pt x="235187" y="53748"/>
                        <a:pt x="235142" y="53748"/>
                      </a:cubicBezTo>
                      <a:cubicBezTo>
                        <a:pt x="235096" y="53748"/>
                        <a:pt x="235050" y="53763"/>
                        <a:pt x="235020" y="53793"/>
                      </a:cubicBezTo>
                      <a:lnTo>
                        <a:pt x="207846" y="75252"/>
                      </a:lnTo>
                      <a:lnTo>
                        <a:pt x="188484" y="60024"/>
                      </a:lnTo>
                      <a:cubicBezTo>
                        <a:pt x="188420" y="60003"/>
                        <a:pt x="188370" y="59981"/>
                        <a:pt x="188326" y="59981"/>
                      </a:cubicBezTo>
                      <a:cubicBezTo>
                        <a:pt x="188307" y="59981"/>
                        <a:pt x="188289" y="59985"/>
                        <a:pt x="188271" y="59994"/>
                      </a:cubicBezTo>
                      <a:lnTo>
                        <a:pt x="172891" y="68049"/>
                      </a:lnTo>
                      <a:lnTo>
                        <a:pt x="129912" y="11726"/>
                      </a:lnTo>
                      <a:cubicBezTo>
                        <a:pt x="129881" y="11695"/>
                        <a:pt x="129851" y="11665"/>
                        <a:pt x="129760" y="11665"/>
                      </a:cubicBezTo>
                      <a:cubicBezTo>
                        <a:pt x="129729" y="11665"/>
                        <a:pt x="129668" y="11665"/>
                        <a:pt x="129608" y="11695"/>
                      </a:cubicBezTo>
                      <a:lnTo>
                        <a:pt x="95443" y="44370"/>
                      </a:lnTo>
                      <a:lnTo>
                        <a:pt x="104562" y="31483"/>
                      </a:lnTo>
                      <a:cubicBezTo>
                        <a:pt x="104622" y="31422"/>
                        <a:pt x="104622" y="31331"/>
                        <a:pt x="104562" y="31270"/>
                      </a:cubicBezTo>
                      <a:cubicBezTo>
                        <a:pt x="104539" y="31202"/>
                        <a:pt x="104499" y="31167"/>
                        <a:pt x="104442" y="31167"/>
                      </a:cubicBezTo>
                      <a:cubicBezTo>
                        <a:pt x="104423" y="31167"/>
                        <a:pt x="104402" y="31171"/>
                        <a:pt x="104379" y="31179"/>
                      </a:cubicBezTo>
                      <a:lnTo>
                        <a:pt x="70944" y="37805"/>
                      </a:lnTo>
                      <a:lnTo>
                        <a:pt x="70883" y="37775"/>
                      </a:lnTo>
                      <a:lnTo>
                        <a:pt x="59546" y="145"/>
                      </a:lnTo>
                      <a:cubicBezTo>
                        <a:pt x="59546" y="84"/>
                        <a:pt x="59485" y="23"/>
                        <a:pt x="59424" y="23"/>
                      </a:cubicBezTo>
                      <a:cubicBezTo>
                        <a:pt x="59409" y="8"/>
                        <a:pt x="59386" y="1"/>
                        <a:pt x="593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9"/>
                <p:cNvSpPr/>
                <p:nvPr/>
              </p:nvSpPr>
              <p:spPr>
                <a:xfrm>
                  <a:off x="90700" y="-831025"/>
                  <a:ext cx="50925" cy="39525"/>
                </a:xfrm>
                <a:custGeom>
                  <a:avLst/>
                  <a:gdLst/>
                  <a:ahLst/>
                  <a:cxnLst/>
                  <a:rect l="l" t="t" r="r" b="b"/>
                  <a:pathLst>
                    <a:path w="2037" h="1581" extrusionOk="0">
                      <a:moveTo>
                        <a:pt x="1003" y="0"/>
                      </a:moveTo>
                      <a:cubicBezTo>
                        <a:pt x="0" y="61"/>
                        <a:pt x="31" y="1581"/>
                        <a:pt x="1034" y="1581"/>
                      </a:cubicBezTo>
                      <a:cubicBezTo>
                        <a:pt x="2037"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9"/>
                <p:cNvSpPr/>
                <p:nvPr/>
              </p:nvSpPr>
              <p:spPr>
                <a:xfrm>
                  <a:off x="-8100" y="55725"/>
                  <a:ext cx="49725" cy="38825"/>
                </a:xfrm>
                <a:custGeom>
                  <a:avLst/>
                  <a:gdLst/>
                  <a:ahLst/>
                  <a:cxnLst/>
                  <a:rect l="l" t="t" r="r" b="b"/>
                  <a:pathLst>
                    <a:path w="1989" h="1553" extrusionOk="0">
                      <a:moveTo>
                        <a:pt x="1058" y="0"/>
                      </a:moveTo>
                      <a:cubicBezTo>
                        <a:pt x="1040" y="0"/>
                        <a:pt x="1022" y="1"/>
                        <a:pt x="1004" y="2"/>
                      </a:cubicBezTo>
                      <a:cubicBezTo>
                        <a:pt x="1" y="32"/>
                        <a:pt x="31" y="1552"/>
                        <a:pt x="1034" y="1552"/>
                      </a:cubicBezTo>
                      <a:cubicBezTo>
                        <a:pt x="1989" y="1522"/>
                        <a:pt x="1977" y="0"/>
                        <a:pt x="10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9"/>
                <p:cNvSpPr/>
                <p:nvPr/>
              </p:nvSpPr>
              <p:spPr>
                <a:xfrm>
                  <a:off x="434925" y="-187400"/>
                  <a:ext cx="50175" cy="38775"/>
                </a:xfrm>
                <a:custGeom>
                  <a:avLst/>
                  <a:gdLst/>
                  <a:ahLst/>
                  <a:cxnLst/>
                  <a:rect l="l" t="t" r="r" b="b"/>
                  <a:pathLst>
                    <a:path w="2007" h="1551" extrusionOk="0">
                      <a:moveTo>
                        <a:pt x="973" y="0"/>
                      </a:moveTo>
                      <a:cubicBezTo>
                        <a:pt x="0" y="31"/>
                        <a:pt x="31" y="1551"/>
                        <a:pt x="1034" y="1551"/>
                      </a:cubicBezTo>
                      <a:cubicBezTo>
                        <a:pt x="2007" y="1520"/>
                        <a:pt x="1976"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9"/>
                <p:cNvSpPr/>
                <p:nvPr/>
              </p:nvSpPr>
              <p:spPr>
                <a:xfrm>
                  <a:off x="639325" y="-751250"/>
                  <a:ext cx="49950" cy="39550"/>
                </a:xfrm>
                <a:custGeom>
                  <a:avLst/>
                  <a:gdLst/>
                  <a:ahLst/>
                  <a:cxnLst/>
                  <a:rect l="l" t="t" r="r" b="b"/>
                  <a:pathLst>
                    <a:path w="1998" h="1582" extrusionOk="0">
                      <a:moveTo>
                        <a:pt x="1003" y="0"/>
                      </a:moveTo>
                      <a:cubicBezTo>
                        <a:pt x="993" y="0"/>
                        <a:pt x="984" y="1"/>
                        <a:pt x="974" y="1"/>
                      </a:cubicBezTo>
                      <a:cubicBezTo>
                        <a:pt x="1" y="62"/>
                        <a:pt x="31" y="1581"/>
                        <a:pt x="1004" y="158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9"/>
                <p:cNvSpPr/>
                <p:nvPr/>
              </p:nvSpPr>
              <p:spPr>
                <a:xfrm>
                  <a:off x="1061075" y="-81050"/>
                  <a:ext cx="49700" cy="38800"/>
                </a:xfrm>
                <a:custGeom>
                  <a:avLst/>
                  <a:gdLst/>
                  <a:ahLst/>
                  <a:cxnLst/>
                  <a:rect l="l" t="t" r="r" b="b"/>
                  <a:pathLst>
                    <a:path w="1988" h="1552" extrusionOk="0">
                      <a:moveTo>
                        <a:pt x="1029" y="0"/>
                      </a:moveTo>
                      <a:cubicBezTo>
                        <a:pt x="1011" y="0"/>
                        <a:pt x="992" y="1"/>
                        <a:pt x="973" y="2"/>
                      </a:cubicBezTo>
                      <a:cubicBezTo>
                        <a:pt x="1" y="32"/>
                        <a:pt x="31" y="1552"/>
                        <a:pt x="100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9"/>
                <p:cNvSpPr/>
                <p:nvPr/>
              </p:nvSpPr>
              <p:spPr>
                <a:xfrm>
                  <a:off x="1229000" y="-547600"/>
                  <a:ext cx="49950" cy="38800"/>
                </a:xfrm>
                <a:custGeom>
                  <a:avLst/>
                  <a:gdLst/>
                  <a:ahLst/>
                  <a:cxnLst/>
                  <a:rect l="l" t="t" r="r" b="b"/>
                  <a:pathLst>
                    <a:path w="1998" h="1552" extrusionOk="0">
                      <a:moveTo>
                        <a:pt x="1003" y="0"/>
                      </a:moveTo>
                      <a:cubicBezTo>
                        <a:pt x="993" y="0"/>
                        <a:pt x="984" y="1"/>
                        <a:pt x="974" y="1"/>
                      </a:cubicBezTo>
                      <a:cubicBezTo>
                        <a:pt x="1" y="31"/>
                        <a:pt x="31" y="1551"/>
                        <a:pt x="1034" y="155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9"/>
                <p:cNvSpPr/>
                <p:nvPr/>
              </p:nvSpPr>
              <p:spPr>
                <a:xfrm>
                  <a:off x="430375" y="602875"/>
                  <a:ext cx="50175" cy="38800"/>
                </a:xfrm>
                <a:custGeom>
                  <a:avLst/>
                  <a:gdLst/>
                  <a:ahLst/>
                  <a:cxnLst/>
                  <a:rect l="l" t="t" r="r" b="b"/>
                  <a:pathLst>
                    <a:path w="2007" h="1552" extrusionOk="0">
                      <a:moveTo>
                        <a:pt x="973" y="1"/>
                      </a:moveTo>
                      <a:cubicBezTo>
                        <a:pt x="0" y="31"/>
                        <a:pt x="31" y="1551"/>
                        <a:pt x="1003" y="155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9"/>
                <p:cNvSpPr/>
                <p:nvPr/>
              </p:nvSpPr>
              <p:spPr>
                <a:xfrm>
                  <a:off x="1108200" y="1003325"/>
                  <a:ext cx="49925" cy="39550"/>
                </a:xfrm>
                <a:custGeom>
                  <a:avLst/>
                  <a:gdLst/>
                  <a:ahLst/>
                  <a:cxnLst/>
                  <a:rect l="l" t="t" r="r" b="b"/>
                  <a:pathLst>
                    <a:path w="1997" h="1582" extrusionOk="0">
                      <a:moveTo>
                        <a:pt x="1032" y="1"/>
                      </a:moveTo>
                      <a:cubicBezTo>
                        <a:pt x="1022" y="1"/>
                        <a:pt x="1013" y="1"/>
                        <a:pt x="1003" y="1"/>
                      </a:cubicBezTo>
                      <a:cubicBezTo>
                        <a:pt x="0" y="62"/>
                        <a:pt x="30" y="1582"/>
                        <a:pt x="1034" y="1582"/>
                      </a:cubicBezTo>
                      <a:cubicBezTo>
                        <a:pt x="1997" y="1492"/>
                        <a:pt x="1976"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9"/>
                <p:cNvSpPr/>
                <p:nvPr/>
              </p:nvSpPr>
              <p:spPr>
                <a:xfrm>
                  <a:off x="1688750" y="95275"/>
                  <a:ext cx="49950" cy="38775"/>
                </a:xfrm>
                <a:custGeom>
                  <a:avLst/>
                  <a:gdLst/>
                  <a:ahLst/>
                  <a:cxnLst/>
                  <a:rect l="l" t="t" r="r" b="b"/>
                  <a:pathLst>
                    <a:path w="1998" h="1551" extrusionOk="0">
                      <a:moveTo>
                        <a:pt x="1002" y="0"/>
                      </a:moveTo>
                      <a:cubicBezTo>
                        <a:pt x="992" y="0"/>
                        <a:pt x="983" y="0"/>
                        <a:pt x="973" y="1"/>
                      </a:cubicBezTo>
                      <a:cubicBezTo>
                        <a:pt x="0"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9"/>
                <p:cNvSpPr/>
                <p:nvPr/>
              </p:nvSpPr>
              <p:spPr>
                <a:xfrm>
                  <a:off x="-2025" y="1782975"/>
                  <a:ext cx="49950" cy="39550"/>
                </a:xfrm>
                <a:custGeom>
                  <a:avLst/>
                  <a:gdLst/>
                  <a:ahLst/>
                  <a:cxnLst/>
                  <a:rect l="l" t="t" r="r" b="b"/>
                  <a:pathLst>
                    <a:path w="1998" h="1582" extrusionOk="0">
                      <a:moveTo>
                        <a:pt x="1003" y="1"/>
                      </a:moveTo>
                      <a:cubicBezTo>
                        <a:pt x="993" y="1"/>
                        <a:pt x="983" y="1"/>
                        <a:pt x="974" y="1"/>
                      </a:cubicBezTo>
                      <a:cubicBezTo>
                        <a:pt x="1" y="62"/>
                        <a:pt x="31" y="1582"/>
                        <a:pt x="1004" y="1582"/>
                      </a:cubicBezTo>
                      <a:cubicBezTo>
                        <a:pt x="1997" y="1522"/>
                        <a:pt x="1977" y="1"/>
                        <a:pt x="100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9"/>
                <p:cNvSpPr/>
                <p:nvPr/>
              </p:nvSpPr>
              <p:spPr>
                <a:xfrm>
                  <a:off x="472925" y="1020025"/>
                  <a:ext cx="49725" cy="38825"/>
                </a:xfrm>
                <a:custGeom>
                  <a:avLst/>
                  <a:gdLst/>
                  <a:ahLst/>
                  <a:cxnLst/>
                  <a:rect l="l" t="t" r="r" b="b"/>
                  <a:pathLst>
                    <a:path w="1989" h="1553" extrusionOk="0">
                      <a:moveTo>
                        <a:pt x="1029" y="0"/>
                      </a:moveTo>
                      <a:cubicBezTo>
                        <a:pt x="1010" y="0"/>
                        <a:pt x="992" y="1"/>
                        <a:pt x="973" y="2"/>
                      </a:cubicBezTo>
                      <a:cubicBezTo>
                        <a:pt x="0" y="32"/>
                        <a:pt x="31" y="1552"/>
                        <a:pt x="103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9"/>
                <p:cNvSpPr/>
                <p:nvPr/>
              </p:nvSpPr>
              <p:spPr>
                <a:xfrm>
                  <a:off x="906050" y="2131775"/>
                  <a:ext cx="50175" cy="39550"/>
                </a:xfrm>
                <a:custGeom>
                  <a:avLst/>
                  <a:gdLst/>
                  <a:ahLst/>
                  <a:cxnLst/>
                  <a:rect l="l" t="t" r="r" b="b"/>
                  <a:pathLst>
                    <a:path w="2007" h="1582" extrusionOk="0">
                      <a:moveTo>
                        <a:pt x="973" y="1"/>
                      </a:moveTo>
                      <a:cubicBezTo>
                        <a:pt x="1" y="62"/>
                        <a:pt x="31" y="1581"/>
                        <a:pt x="1034" y="1581"/>
                      </a:cubicBezTo>
                      <a:cubicBezTo>
                        <a:pt x="2007" y="1521"/>
                        <a:pt x="1977"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9"/>
                <p:cNvSpPr/>
                <p:nvPr/>
              </p:nvSpPr>
              <p:spPr>
                <a:xfrm>
                  <a:off x="1998025" y="1166700"/>
                  <a:ext cx="50700" cy="38800"/>
                </a:xfrm>
                <a:custGeom>
                  <a:avLst/>
                  <a:gdLst/>
                  <a:ahLst/>
                  <a:cxnLst/>
                  <a:rect l="l" t="t" r="r" b="b"/>
                  <a:pathLst>
                    <a:path w="2028" h="1552" extrusionOk="0">
                      <a:moveTo>
                        <a:pt x="1032" y="1"/>
                      </a:moveTo>
                      <a:cubicBezTo>
                        <a:pt x="1023" y="1"/>
                        <a:pt x="1013" y="1"/>
                        <a:pt x="1004" y="1"/>
                      </a:cubicBezTo>
                      <a:cubicBezTo>
                        <a:pt x="0" y="32"/>
                        <a:pt x="61" y="1552"/>
                        <a:pt x="1034" y="1552"/>
                      </a:cubicBezTo>
                      <a:cubicBezTo>
                        <a:pt x="202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9"/>
                <p:cNvSpPr/>
                <p:nvPr/>
              </p:nvSpPr>
              <p:spPr>
                <a:xfrm>
                  <a:off x="1883275" y="694075"/>
                  <a:ext cx="51700" cy="38775"/>
                </a:xfrm>
                <a:custGeom>
                  <a:avLst/>
                  <a:gdLst/>
                  <a:ahLst/>
                  <a:cxnLst/>
                  <a:rect l="l" t="t" r="r" b="b"/>
                  <a:pathLst>
                    <a:path w="2068" h="1551" extrusionOk="0">
                      <a:moveTo>
                        <a:pt x="1004" y="0"/>
                      </a:moveTo>
                      <a:cubicBezTo>
                        <a:pt x="1" y="31"/>
                        <a:pt x="31" y="1550"/>
                        <a:pt x="1034" y="1550"/>
                      </a:cubicBezTo>
                      <a:cubicBezTo>
                        <a:pt x="2068" y="1520"/>
                        <a:pt x="2007"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9"/>
                <p:cNvSpPr/>
                <p:nvPr/>
              </p:nvSpPr>
              <p:spPr>
                <a:xfrm>
                  <a:off x="2175850" y="2087675"/>
                  <a:ext cx="51175" cy="38800"/>
                </a:xfrm>
                <a:custGeom>
                  <a:avLst/>
                  <a:gdLst/>
                  <a:ahLst/>
                  <a:cxnLst/>
                  <a:rect l="l" t="t" r="r" b="b"/>
                  <a:pathLst>
                    <a:path w="2047" h="1552" extrusionOk="0">
                      <a:moveTo>
                        <a:pt x="1061" y="0"/>
                      </a:moveTo>
                      <a:cubicBezTo>
                        <a:pt x="1042" y="0"/>
                        <a:pt x="1023" y="1"/>
                        <a:pt x="1003" y="2"/>
                      </a:cubicBezTo>
                      <a:cubicBezTo>
                        <a:pt x="0" y="32"/>
                        <a:pt x="30" y="1552"/>
                        <a:pt x="1033" y="1552"/>
                      </a:cubicBezTo>
                      <a:cubicBezTo>
                        <a:pt x="2047" y="1463"/>
                        <a:pt x="2008" y="0"/>
                        <a:pt x="106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9"/>
                <p:cNvSpPr/>
                <p:nvPr/>
              </p:nvSpPr>
              <p:spPr>
                <a:xfrm>
                  <a:off x="1482825" y="-914625"/>
                  <a:ext cx="49925" cy="39550"/>
                </a:xfrm>
                <a:custGeom>
                  <a:avLst/>
                  <a:gdLst/>
                  <a:ahLst/>
                  <a:cxnLst/>
                  <a:rect l="l" t="t" r="r" b="b"/>
                  <a:pathLst>
                    <a:path w="1997" h="1582" extrusionOk="0">
                      <a:moveTo>
                        <a:pt x="1001" y="0"/>
                      </a:moveTo>
                      <a:cubicBezTo>
                        <a:pt x="992" y="0"/>
                        <a:pt x="982" y="1"/>
                        <a:pt x="973" y="1"/>
                      </a:cubicBezTo>
                      <a:cubicBezTo>
                        <a:pt x="0" y="62"/>
                        <a:pt x="31" y="1581"/>
                        <a:pt x="1003" y="158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9"/>
                <p:cNvSpPr/>
                <p:nvPr/>
              </p:nvSpPr>
              <p:spPr>
                <a:xfrm>
                  <a:off x="2118850" y="-1399425"/>
                  <a:ext cx="50175" cy="38775"/>
                </a:xfrm>
                <a:custGeom>
                  <a:avLst/>
                  <a:gdLst/>
                  <a:ahLst/>
                  <a:cxnLst/>
                  <a:rect l="l" t="t" r="r" b="b"/>
                  <a:pathLst>
                    <a:path w="2007" h="1551" extrusionOk="0">
                      <a:moveTo>
                        <a:pt x="1003" y="0"/>
                      </a:moveTo>
                      <a:cubicBezTo>
                        <a:pt x="0" y="31"/>
                        <a:pt x="31" y="1551"/>
                        <a:pt x="1034" y="1551"/>
                      </a:cubicBezTo>
                      <a:cubicBezTo>
                        <a:pt x="2006"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9"/>
                <p:cNvSpPr/>
                <p:nvPr/>
              </p:nvSpPr>
              <p:spPr>
                <a:xfrm>
                  <a:off x="358175" y="-1695025"/>
                  <a:ext cx="50175" cy="38775"/>
                </a:xfrm>
                <a:custGeom>
                  <a:avLst/>
                  <a:gdLst/>
                  <a:ahLst/>
                  <a:cxnLst/>
                  <a:rect l="l" t="t" r="r" b="b"/>
                  <a:pathLst>
                    <a:path w="2007" h="1551" extrusionOk="0">
                      <a:moveTo>
                        <a:pt x="973" y="1"/>
                      </a:moveTo>
                      <a:cubicBezTo>
                        <a:pt x="1" y="31"/>
                        <a:pt x="31" y="1551"/>
                        <a:pt x="1004" y="1551"/>
                      </a:cubicBezTo>
                      <a:cubicBezTo>
                        <a:pt x="2007" y="1520"/>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9"/>
                <p:cNvSpPr/>
                <p:nvPr/>
              </p:nvSpPr>
              <p:spPr>
                <a:xfrm>
                  <a:off x="354375" y="2412175"/>
                  <a:ext cx="49925" cy="38775"/>
                </a:xfrm>
                <a:custGeom>
                  <a:avLst/>
                  <a:gdLst/>
                  <a:ahLst/>
                  <a:cxnLst/>
                  <a:rect l="l" t="t" r="r" b="b"/>
                  <a:pathLst>
                    <a:path w="1997" h="1551" extrusionOk="0">
                      <a:moveTo>
                        <a:pt x="1001" y="0"/>
                      </a:moveTo>
                      <a:cubicBezTo>
                        <a:pt x="992" y="0"/>
                        <a:pt x="983" y="0"/>
                        <a:pt x="973" y="1"/>
                      </a:cubicBezTo>
                      <a:cubicBezTo>
                        <a:pt x="1" y="31"/>
                        <a:pt x="31" y="1551"/>
                        <a:pt x="1004" y="155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9"/>
                <p:cNvSpPr/>
                <p:nvPr/>
              </p:nvSpPr>
              <p:spPr>
                <a:xfrm>
                  <a:off x="-702625" y="2644700"/>
                  <a:ext cx="50675" cy="39550"/>
                </a:xfrm>
                <a:custGeom>
                  <a:avLst/>
                  <a:gdLst/>
                  <a:ahLst/>
                  <a:cxnLst/>
                  <a:rect l="l" t="t" r="r" b="b"/>
                  <a:pathLst>
                    <a:path w="2027" h="1582" extrusionOk="0">
                      <a:moveTo>
                        <a:pt x="1031" y="0"/>
                      </a:moveTo>
                      <a:cubicBezTo>
                        <a:pt x="1022" y="0"/>
                        <a:pt x="1013" y="0"/>
                        <a:pt x="1003" y="1"/>
                      </a:cubicBezTo>
                      <a:cubicBezTo>
                        <a:pt x="0" y="62"/>
                        <a:pt x="61" y="1581"/>
                        <a:pt x="1034" y="1581"/>
                      </a:cubicBezTo>
                      <a:cubicBezTo>
                        <a:pt x="2027" y="1521"/>
                        <a:pt x="1977" y="0"/>
                        <a:pt x="103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9"/>
                <p:cNvSpPr/>
                <p:nvPr/>
              </p:nvSpPr>
              <p:spPr>
                <a:xfrm>
                  <a:off x="-911600" y="1169000"/>
                  <a:ext cx="50675" cy="38775"/>
                </a:xfrm>
                <a:custGeom>
                  <a:avLst/>
                  <a:gdLst/>
                  <a:ahLst/>
                  <a:cxnLst/>
                  <a:rect l="l" t="t" r="r" b="b"/>
                  <a:pathLst>
                    <a:path w="2027" h="1551" extrusionOk="0">
                      <a:moveTo>
                        <a:pt x="1032" y="0"/>
                      </a:moveTo>
                      <a:cubicBezTo>
                        <a:pt x="1023" y="0"/>
                        <a:pt x="1013" y="0"/>
                        <a:pt x="1003" y="1"/>
                      </a:cubicBezTo>
                      <a:cubicBezTo>
                        <a:pt x="0" y="31"/>
                        <a:pt x="61" y="1551"/>
                        <a:pt x="1034" y="1551"/>
                      </a:cubicBezTo>
                      <a:cubicBezTo>
                        <a:pt x="2027" y="149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9"/>
                <p:cNvSpPr/>
                <p:nvPr/>
              </p:nvSpPr>
              <p:spPr>
                <a:xfrm>
                  <a:off x="-735300" y="-475"/>
                  <a:ext cx="49925" cy="38775"/>
                </a:xfrm>
                <a:custGeom>
                  <a:avLst/>
                  <a:gdLst/>
                  <a:ahLst/>
                  <a:cxnLst/>
                  <a:rect l="l" t="t" r="r" b="b"/>
                  <a:pathLst>
                    <a:path w="1997" h="1551" extrusionOk="0">
                      <a:moveTo>
                        <a:pt x="1002" y="0"/>
                      </a:moveTo>
                      <a:cubicBezTo>
                        <a:pt x="993" y="0"/>
                        <a:pt x="983" y="0"/>
                        <a:pt x="973" y="1"/>
                      </a:cubicBezTo>
                      <a:cubicBezTo>
                        <a:pt x="0" y="31"/>
                        <a:pt x="31" y="1551"/>
                        <a:pt x="1003" y="1551"/>
                      </a:cubicBezTo>
                      <a:cubicBezTo>
                        <a:pt x="1996" y="1491"/>
                        <a:pt x="197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9"/>
                <p:cNvSpPr/>
                <p:nvPr/>
              </p:nvSpPr>
              <p:spPr>
                <a:xfrm>
                  <a:off x="-1120575" y="-650175"/>
                  <a:ext cx="50700" cy="38775"/>
                </a:xfrm>
                <a:custGeom>
                  <a:avLst/>
                  <a:gdLst/>
                  <a:ahLst/>
                  <a:cxnLst/>
                  <a:rect l="l" t="t" r="r" b="b"/>
                  <a:pathLst>
                    <a:path w="2028" h="1551" extrusionOk="0">
                      <a:moveTo>
                        <a:pt x="1032" y="0"/>
                      </a:moveTo>
                      <a:cubicBezTo>
                        <a:pt x="1022" y="0"/>
                        <a:pt x="1013" y="0"/>
                        <a:pt x="1004" y="1"/>
                      </a:cubicBezTo>
                      <a:cubicBezTo>
                        <a:pt x="0" y="31"/>
                        <a:pt x="61" y="1551"/>
                        <a:pt x="1034" y="1551"/>
                      </a:cubicBezTo>
                      <a:cubicBezTo>
                        <a:pt x="2027" y="152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9"/>
                <p:cNvSpPr/>
                <p:nvPr/>
              </p:nvSpPr>
              <p:spPr>
                <a:xfrm>
                  <a:off x="-618275" y="-1134975"/>
                  <a:ext cx="50175" cy="39525"/>
                </a:xfrm>
                <a:custGeom>
                  <a:avLst/>
                  <a:gdLst/>
                  <a:ahLst/>
                  <a:cxnLst/>
                  <a:rect l="l" t="t" r="r" b="b"/>
                  <a:pathLst>
                    <a:path w="2007" h="1581" extrusionOk="0">
                      <a:moveTo>
                        <a:pt x="973" y="0"/>
                      </a:moveTo>
                      <a:cubicBezTo>
                        <a:pt x="0" y="61"/>
                        <a:pt x="30" y="1581"/>
                        <a:pt x="1003" y="1581"/>
                      </a:cubicBezTo>
                      <a:cubicBezTo>
                        <a:pt x="2006" y="1520"/>
                        <a:pt x="1945"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9"/>
                <p:cNvSpPr/>
                <p:nvPr/>
              </p:nvSpPr>
              <p:spPr>
                <a:xfrm>
                  <a:off x="-649450" y="-1630450"/>
                  <a:ext cx="50700" cy="38800"/>
                </a:xfrm>
                <a:custGeom>
                  <a:avLst/>
                  <a:gdLst/>
                  <a:ahLst/>
                  <a:cxnLst/>
                  <a:rect l="l" t="t" r="r" b="b"/>
                  <a:pathLst>
                    <a:path w="2028" h="1552" extrusionOk="0">
                      <a:moveTo>
                        <a:pt x="1032" y="1"/>
                      </a:moveTo>
                      <a:cubicBezTo>
                        <a:pt x="1023" y="1"/>
                        <a:pt x="1013" y="1"/>
                        <a:pt x="1004" y="1"/>
                      </a:cubicBezTo>
                      <a:cubicBezTo>
                        <a:pt x="1" y="32"/>
                        <a:pt x="62" y="1551"/>
                        <a:pt x="1034" y="1551"/>
                      </a:cubicBezTo>
                      <a:lnTo>
                        <a:pt x="1034" y="1551"/>
                      </a:lnTo>
                      <a:cubicBezTo>
                        <a:pt x="2028" y="1521"/>
                        <a:pt x="1978"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9"/>
                <p:cNvSpPr/>
                <p:nvPr/>
              </p:nvSpPr>
              <p:spPr>
                <a:xfrm>
                  <a:off x="-3541600" y="-45575"/>
                  <a:ext cx="5511525" cy="5535325"/>
                </a:xfrm>
                <a:custGeom>
                  <a:avLst/>
                  <a:gdLst/>
                  <a:ahLst/>
                  <a:cxnLst/>
                  <a:rect l="l" t="t" r="r" b="b"/>
                  <a:pathLst>
                    <a:path w="220461" h="221413" extrusionOk="0">
                      <a:moveTo>
                        <a:pt x="104684" y="13993"/>
                      </a:moveTo>
                      <a:lnTo>
                        <a:pt x="125535" y="55909"/>
                      </a:lnTo>
                      <a:lnTo>
                        <a:pt x="114745" y="40559"/>
                      </a:lnTo>
                      <a:lnTo>
                        <a:pt x="114745" y="40407"/>
                      </a:lnTo>
                      <a:cubicBezTo>
                        <a:pt x="114745" y="40346"/>
                        <a:pt x="114684" y="40255"/>
                        <a:pt x="114593" y="40255"/>
                      </a:cubicBezTo>
                      <a:lnTo>
                        <a:pt x="71917" y="38462"/>
                      </a:lnTo>
                      <a:lnTo>
                        <a:pt x="104684" y="13993"/>
                      </a:lnTo>
                      <a:close/>
                      <a:moveTo>
                        <a:pt x="104896" y="13750"/>
                      </a:moveTo>
                      <a:lnTo>
                        <a:pt x="144654" y="26000"/>
                      </a:lnTo>
                      <a:lnTo>
                        <a:pt x="126477" y="57094"/>
                      </a:lnTo>
                      <a:lnTo>
                        <a:pt x="104896" y="13750"/>
                      </a:lnTo>
                      <a:close/>
                      <a:moveTo>
                        <a:pt x="126477" y="57854"/>
                      </a:moveTo>
                      <a:lnTo>
                        <a:pt x="151797" y="76061"/>
                      </a:lnTo>
                      <a:lnTo>
                        <a:pt x="135870" y="78219"/>
                      </a:lnTo>
                      <a:cubicBezTo>
                        <a:pt x="135809" y="78219"/>
                        <a:pt x="135718" y="78280"/>
                        <a:pt x="135718" y="78402"/>
                      </a:cubicBezTo>
                      <a:lnTo>
                        <a:pt x="135718" y="78432"/>
                      </a:lnTo>
                      <a:lnTo>
                        <a:pt x="128179" y="81715"/>
                      </a:lnTo>
                      <a:lnTo>
                        <a:pt x="126477" y="57854"/>
                      </a:lnTo>
                      <a:close/>
                      <a:moveTo>
                        <a:pt x="114471" y="41653"/>
                      </a:moveTo>
                      <a:lnTo>
                        <a:pt x="118483" y="85180"/>
                      </a:lnTo>
                      <a:lnTo>
                        <a:pt x="106082" y="66274"/>
                      </a:lnTo>
                      <a:lnTo>
                        <a:pt x="106203" y="66183"/>
                      </a:lnTo>
                      <a:lnTo>
                        <a:pt x="114471" y="41653"/>
                      </a:lnTo>
                      <a:close/>
                      <a:moveTo>
                        <a:pt x="114836" y="41258"/>
                      </a:moveTo>
                      <a:lnTo>
                        <a:pt x="126265" y="57550"/>
                      </a:lnTo>
                      <a:cubicBezTo>
                        <a:pt x="126234" y="57581"/>
                        <a:pt x="126173" y="57611"/>
                        <a:pt x="126143" y="57702"/>
                      </a:cubicBezTo>
                      <a:lnTo>
                        <a:pt x="118818" y="85332"/>
                      </a:lnTo>
                      <a:lnTo>
                        <a:pt x="114836" y="41258"/>
                      </a:lnTo>
                      <a:close/>
                      <a:moveTo>
                        <a:pt x="126265" y="58827"/>
                      </a:moveTo>
                      <a:lnTo>
                        <a:pt x="127876" y="81867"/>
                      </a:lnTo>
                      <a:lnTo>
                        <a:pt x="119152" y="85575"/>
                      </a:lnTo>
                      <a:lnTo>
                        <a:pt x="119152" y="85575"/>
                      </a:lnTo>
                      <a:lnTo>
                        <a:pt x="126265" y="58827"/>
                      </a:lnTo>
                      <a:close/>
                      <a:moveTo>
                        <a:pt x="71066" y="39313"/>
                      </a:moveTo>
                      <a:lnTo>
                        <a:pt x="87784" y="60255"/>
                      </a:lnTo>
                      <a:cubicBezTo>
                        <a:pt x="87723" y="60286"/>
                        <a:pt x="87723" y="60316"/>
                        <a:pt x="87692" y="60347"/>
                      </a:cubicBezTo>
                      <a:lnTo>
                        <a:pt x="84166" y="85818"/>
                      </a:lnTo>
                      <a:lnTo>
                        <a:pt x="35381" y="63690"/>
                      </a:lnTo>
                      <a:lnTo>
                        <a:pt x="71066" y="39313"/>
                      </a:lnTo>
                      <a:close/>
                      <a:moveTo>
                        <a:pt x="87996" y="61015"/>
                      </a:moveTo>
                      <a:lnTo>
                        <a:pt x="103437" y="94754"/>
                      </a:lnTo>
                      <a:lnTo>
                        <a:pt x="84531" y="85970"/>
                      </a:lnTo>
                      <a:lnTo>
                        <a:pt x="87996" y="61015"/>
                      </a:lnTo>
                      <a:close/>
                      <a:moveTo>
                        <a:pt x="88179" y="60407"/>
                      </a:moveTo>
                      <a:lnTo>
                        <a:pt x="105808" y="66243"/>
                      </a:lnTo>
                      <a:cubicBezTo>
                        <a:pt x="105778" y="66274"/>
                        <a:pt x="105747" y="66335"/>
                        <a:pt x="105778" y="66395"/>
                      </a:cubicBezTo>
                      <a:lnTo>
                        <a:pt x="106872" y="96335"/>
                      </a:lnTo>
                      <a:lnTo>
                        <a:pt x="103954" y="94967"/>
                      </a:lnTo>
                      <a:lnTo>
                        <a:pt x="88179" y="60407"/>
                      </a:lnTo>
                      <a:close/>
                      <a:moveTo>
                        <a:pt x="106112" y="67034"/>
                      </a:moveTo>
                      <a:lnTo>
                        <a:pt x="118544" y="85970"/>
                      </a:lnTo>
                      <a:lnTo>
                        <a:pt x="107845" y="96821"/>
                      </a:lnTo>
                      <a:lnTo>
                        <a:pt x="107176" y="96517"/>
                      </a:lnTo>
                      <a:lnTo>
                        <a:pt x="106112" y="67034"/>
                      </a:lnTo>
                      <a:close/>
                      <a:moveTo>
                        <a:pt x="107237" y="96943"/>
                      </a:moveTo>
                      <a:lnTo>
                        <a:pt x="107571" y="97095"/>
                      </a:lnTo>
                      <a:lnTo>
                        <a:pt x="107237" y="97429"/>
                      </a:lnTo>
                      <a:lnTo>
                        <a:pt x="107237" y="96943"/>
                      </a:lnTo>
                      <a:close/>
                      <a:moveTo>
                        <a:pt x="104136" y="95514"/>
                      </a:moveTo>
                      <a:lnTo>
                        <a:pt x="106842" y="96761"/>
                      </a:lnTo>
                      <a:lnTo>
                        <a:pt x="106872" y="97794"/>
                      </a:lnTo>
                      <a:lnTo>
                        <a:pt x="105747" y="98949"/>
                      </a:lnTo>
                      <a:lnTo>
                        <a:pt x="104136" y="95514"/>
                      </a:lnTo>
                      <a:close/>
                      <a:moveTo>
                        <a:pt x="136022" y="78554"/>
                      </a:moveTo>
                      <a:lnTo>
                        <a:pt x="181007" y="81168"/>
                      </a:lnTo>
                      <a:lnTo>
                        <a:pt x="141736" y="101198"/>
                      </a:lnTo>
                      <a:lnTo>
                        <a:pt x="136022" y="78554"/>
                      </a:lnTo>
                      <a:close/>
                      <a:moveTo>
                        <a:pt x="35199" y="64511"/>
                      </a:moveTo>
                      <a:lnTo>
                        <a:pt x="73194" y="97551"/>
                      </a:lnTo>
                      <a:lnTo>
                        <a:pt x="41157" y="101533"/>
                      </a:lnTo>
                      <a:lnTo>
                        <a:pt x="35199" y="64511"/>
                      </a:lnTo>
                      <a:close/>
                      <a:moveTo>
                        <a:pt x="106933" y="98280"/>
                      </a:moveTo>
                      <a:lnTo>
                        <a:pt x="107024" y="101806"/>
                      </a:lnTo>
                      <a:lnTo>
                        <a:pt x="107024" y="101806"/>
                      </a:lnTo>
                      <a:lnTo>
                        <a:pt x="105899" y="99314"/>
                      </a:lnTo>
                      <a:lnTo>
                        <a:pt x="106933" y="98280"/>
                      </a:lnTo>
                      <a:close/>
                      <a:moveTo>
                        <a:pt x="127845" y="82201"/>
                      </a:moveTo>
                      <a:lnTo>
                        <a:pt x="129517" y="106396"/>
                      </a:lnTo>
                      <a:lnTo>
                        <a:pt x="119000" y="86000"/>
                      </a:lnTo>
                      <a:lnTo>
                        <a:pt x="127845" y="82201"/>
                      </a:lnTo>
                      <a:close/>
                      <a:moveTo>
                        <a:pt x="118726" y="86244"/>
                      </a:moveTo>
                      <a:lnTo>
                        <a:pt x="129334" y="106821"/>
                      </a:lnTo>
                      <a:lnTo>
                        <a:pt x="108179" y="96943"/>
                      </a:lnTo>
                      <a:lnTo>
                        <a:pt x="118726" y="86244"/>
                      </a:lnTo>
                      <a:close/>
                      <a:moveTo>
                        <a:pt x="135718" y="78827"/>
                      </a:moveTo>
                      <a:lnTo>
                        <a:pt x="141432" y="101350"/>
                      </a:lnTo>
                      <a:lnTo>
                        <a:pt x="129942" y="107217"/>
                      </a:lnTo>
                      <a:lnTo>
                        <a:pt x="128210" y="82049"/>
                      </a:lnTo>
                      <a:lnTo>
                        <a:pt x="135718" y="78827"/>
                      </a:lnTo>
                      <a:close/>
                      <a:moveTo>
                        <a:pt x="84470" y="86335"/>
                      </a:moveTo>
                      <a:lnTo>
                        <a:pt x="103650" y="95271"/>
                      </a:lnTo>
                      <a:lnTo>
                        <a:pt x="105474" y="99223"/>
                      </a:lnTo>
                      <a:lnTo>
                        <a:pt x="90610" y="114299"/>
                      </a:lnTo>
                      <a:lnTo>
                        <a:pt x="74318" y="97733"/>
                      </a:lnTo>
                      <a:lnTo>
                        <a:pt x="84470" y="86335"/>
                      </a:lnTo>
                      <a:close/>
                      <a:moveTo>
                        <a:pt x="35169" y="63964"/>
                      </a:moveTo>
                      <a:lnTo>
                        <a:pt x="84136" y="86152"/>
                      </a:lnTo>
                      <a:lnTo>
                        <a:pt x="73893" y="97642"/>
                      </a:lnTo>
                      <a:lnTo>
                        <a:pt x="73862" y="97672"/>
                      </a:lnTo>
                      <a:cubicBezTo>
                        <a:pt x="73832" y="97733"/>
                        <a:pt x="73832" y="97824"/>
                        <a:pt x="73893" y="97885"/>
                      </a:cubicBezTo>
                      <a:lnTo>
                        <a:pt x="90276" y="114512"/>
                      </a:lnTo>
                      <a:lnTo>
                        <a:pt x="41521" y="103964"/>
                      </a:lnTo>
                      <a:lnTo>
                        <a:pt x="41187" y="101837"/>
                      </a:lnTo>
                      <a:lnTo>
                        <a:pt x="73589" y="97824"/>
                      </a:lnTo>
                      <a:cubicBezTo>
                        <a:pt x="73680" y="97824"/>
                        <a:pt x="73710" y="97794"/>
                        <a:pt x="73741" y="97703"/>
                      </a:cubicBezTo>
                      <a:cubicBezTo>
                        <a:pt x="73802" y="97642"/>
                        <a:pt x="73741" y="97551"/>
                        <a:pt x="73710" y="97520"/>
                      </a:cubicBezTo>
                      <a:lnTo>
                        <a:pt x="35169" y="63964"/>
                      </a:lnTo>
                      <a:close/>
                      <a:moveTo>
                        <a:pt x="40853" y="101897"/>
                      </a:moveTo>
                      <a:lnTo>
                        <a:pt x="41187" y="104116"/>
                      </a:lnTo>
                      <a:cubicBezTo>
                        <a:pt x="41187" y="104177"/>
                        <a:pt x="41217" y="104207"/>
                        <a:pt x="41278" y="104238"/>
                      </a:cubicBezTo>
                      <a:cubicBezTo>
                        <a:pt x="41217" y="104268"/>
                        <a:pt x="41187" y="104268"/>
                        <a:pt x="41187" y="104359"/>
                      </a:cubicBezTo>
                      <a:lnTo>
                        <a:pt x="33223" y="129345"/>
                      </a:lnTo>
                      <a:lnTo>
                        <a:pt x="700" y="106913"/>
                      </a:lnTo>
                      <a:lnTo>
                        <a:pt x="40853" y="101897"/>
                      </a:lnTo>
                      <a:close/>
                      <a:moveTo>
                        <a:pt x="180946" y="81593"/>
                      </a:moveTo>
                      <a:lnTo>
                        <a:pt x="150611" y="136305"/>
                      </a:lnTo>
                      <a:lnTo>
                        <a:pt x="141827" y="101533"/>
                      </a:lnTo>
                      <a:lnTo>
                        <a:pt x="180946" y="81593"/>
                      </a:lnTo>
                      <a:close/>
                      <a:moveTo>
                        <a:pt x="107936" y="97247"/>
                      </a:moveTo>
                      <a:lnTo>
                        <a:pt x="129638" y="107369"/>
                      </a:lnTo>
                      <a:lnTo>
                        <a:pt x="129730" y="107521"/>
                      </a:lnTo>
                      <a:cubicBezTo>
                        <a:pt x="129752" y="107565"/>
                        <a:pt x="129823" y="107593"/>
                        <a:pt x="129883" y="107593"/>
                      </a:cubicBezTo>
                      <a:cubicBezTo>
                        <a:pt x="129905" y="107593"/>
                        <a:pt x="129926" y="107589"/>
                        <a:pt x="129942" y="107581"/>
                      </a:cubicBezTo>
                      <a:lnTo>
                        <a:pt x="141493" y="101685"/>
                      </a:lnTo>
                      <a:lnTo>
                        <a:pt x="150338" y="136761"/>
                      </a:lnTo>
                      <a:lnTo>
                        <a:pt x="149487" y="138342"/>
                      </a:lnTo>
                      <a:lnTo>
                        <a:pt x="119091" y="127642"/>
                      </a:lnTo>
                      <a:cubicBezTo>
                        <a:pt x="119067" y="127634"/>
                        <a:pt x="119044" y="127631"/>
                        <a:pt x="119024" y="127631"/>
                      </a:cubicBezTo>
                      <a:cubicBezTo>
                        <a:pt x="118967" y="127631"/>
                        <a:pt x="118923" y="127659"/>
                        <a:pt x="118878" y="127703"/>
                      </a:cubicBezTo>
                      <a:lnTo>
                        <a:pt x="118878" y="127673"/>
                      </a:lnTo>
                      <a:lnTo>
                        <a:pt x="107419" y="102657"/>
                      </a:lnTo>
                      <a:lnTo>
                        <a:pt x="107267" y="97946"/>
                      </a:lnTo>
                      <a:lnTo>
                        <a:pt x="107936" y="97247"/>
                      </a:lnTo>
                      <a:close/>
                      <a:moveTo>
                        <a:pt x="150490" y="137308"/>
                      </a:moveTo>
                      <a:lnTo>
                        <a:pt x="150915" y="138889"/>
                      </a:lnTo>
                      <a:lnTo>
                        <a:pt x="149821" y="138524"/>
                      </a:lnTo>
                      <a:lnTo>
                        <a:pt x="150490" y="137308"/>
                      </a:lnTo>
                      <a:close/>
                      <a:moveTo>
                        <a:pt x="41552" y="104359"/>
                      </a:moveTo>
                      <a:lnTo>
                        <a:pt x="90337" y="114876"/>
                      </a:lnTo>
                      <a:lnTo>
                        <a:pt x="89212" y="140834"/>
                      </a:lnTo>
                      <a:lnTo>
                        <a:pt x="54987" y="137339"/>
                      </a:lnTo>
                      <a:lnTo>
                        <a:pt x="41552" y="104359"/>
                      </a:lnTo>
                      <a:close/>
                      <a:moveTo>
                        <a:pt x="107419" y="103600"/>
                      </a:moveTo>
                      <a:lnTo>
                        <a:pt x="118483" y="127764"/>
                      </a:lnTo>
                      <a:lnTo>
                        <a:pt x="108817" y="142384"/>
                      </a:lnTo>
                      <a:lnTo>
                        <a:pt x="107419" y="103600"/>
                      </a:lnTo>
                      <a:close/>
                      <a:moveTo>
                        <a:pt x="105626" y="99557"/>
                      </a:moveTo>
                      <a:lnTo>
                        <a:pt x="107085" y="102718"/>
                      </a:lnTo>
                      <a:lnTo>
                        <a:pt x="108513" y="142749"/>
                      </a:lnTo>
                      <a:lnTo>
                        <a:pt x="89607" y="140865"/>
                      </a:lnTo>
                      <a:lnTo>
                        <a:pt x="90702" y="114724"/>
                      </a:lnTo>
                      <a:cubicBezTo>
                        <a:pt x="90702" y="114694"/>
                        <a:pt x="90732" y="114694"/>
                        <a:pt x="90732" y="114694"/>
                      </a:cubicBezTo>
                      <a:lnTo>
                        <a:pt x="105626" y="99557"/>
                      </a:lnTo>
                      <a:close/>
                      <a:moveTo>
                        <a:pt x="181220" y="81897"/>
                      </a:moveTo>
                      <a:lnTo>
                        <a:pt x="170308" y="145728"/>
                      </a:lnTo>
                      <a:lnTo>
                        <a:pt x="151311" y="139041"/>
                      </a:lnTo>
                      <a:lnTo>
                        <a:pt x="150733" y="136852"/>
                      </a:lnTo>
                      <a:lnTo>
                        <a:pt x="181220" y="81897"/>
                      </a:lnTo>
                      <a:close/>
                      <a:moveTo>
                        <a:pt x="119486" y="128220"/>
                      </a:moveTo>
                      <a:lnTo>
                        <a:pt x="149274" y="138706"/>
                      </a:lnTo>
                      <a:lnTo>
                        <a:pt x="139791" y="155850"/>
                      </a:lnTo>
                      <a:lnTo>
                        <a:pt x="119486" y="128220"/>
                      </a:lnTo>
                      <a:close/>
                      <a:moveTo>
                        <a:pt x="89577" y="141168"/>
                      </a:moveTo>
                      <a:lnTo>
                        <a:pt x="108453" y="143083"/>
                      </a:lnTo>
                      <a:lnTo>
                        <a:pt x="88300" y="170470"/>
                      </a:lnTo>
                      <a:lnTo>
                        <a:pt x="89577" y="141168"/>
                      </a:lnTo>
                      <a:close/>
                      <a:moveTo>
                        <a:pt x="151432" y="139436"/>
                      </a:moveTo>
                      <a:lnTo>
                        <a:pt x="170278" y="146062"/>
                      </a:lnTo>
                      <a:lnTo>
                        <a:pt x="163317" y="186640"/>
                      </a:lnTo>
                      <a:lnTo>
                        <a:pt x="151432" y="139436"/>
                      </a:lnTo>
                      <a:close/>
                      <a:moveTo>
                        <a:pt x="118848" y="127886"/>
                      </a:moveTo>
                      <a:cubicBezTo>
                        <a:pt x="118848" y="127916"/>
                        <a:pt x="118848" y="127946"/>
                        <a:pt x="118909" y="127946"/>
                      </a:cubicBezTo>
                      <a:lnTo>
                        <a:pt x="139639" y="156184"/>
                      </a:lnTo>
                      <a:lnTo>
                        <a:pt x="121705" y="188464"/>
                      </a:lnTo>
                      <a:lnTo>
                        <a:pt x="118970" y="173722"/>
                      </a:lnTo>
                      <a:cubicBezTo>
                        <a:pt x="118970" y="173661"/>
                        <a:pt x="118878" y="173570"/>
                        <a:pt x="118818" y="173570"/>
                      </a:cubicBezTo>
                      <a:lnTo>
                        <a:pt x="88787" y="170835"/>
                      </a:lnTo>
                      <a:lnTo>
                        <a:pt x="88574" y="170743"/>
                      </a:lnTo>
                      <a:lnTo>
                        <a:pt x="108878" y="143175"/>
                      </a:lnTo>
                      <a:cubicBezTo>
                        <a:pt x="108909" y="143144"/>
                        <a:pt x="108909" y="143114"/>
                        <a:pt x="108909" y="143083"/>
                      </a:cubicBezTo>
                      <a:lnTo>
                        <a:pt x="108909" y="142992"/>
                      </a:lnTo>
                      <a:lnTo>
                        <a:pt x="118848" y="127886"/>
                      </a:lnTo>
                      <a:close/>
                      <a:moveTo>
                        <a:pt x="89577" y="171290"/>
                      </a:moveTo>
                      <a:lnTo>
                        <a:pt x="118635" y="173935"/>
                      </a:lnTo>
                      <a:lnTo>
                        <a:pt x="121401" y="189041"/>
                      </a:lnTo>
                      <a:lnTo>
                        <a:pt x="89577" y="171290"/>
                      </a:lnTo>
                      <a:close/>
                      <a:moveTo>
                        <a:pt x="139851" y="156488"/>
                      </a:moveTo>
                      <a:lnTo>
                        <a:pt x="162831" y="187704"/>
                      </a:lnTo>
                      <a:lnTo>
                        <a:pt x="121736" y="189133"/>
                      </a:lnTo>
                      <a:lnTo>
                        <a:pt x="121766" y="189072"/>
                      </a:lnTo>
                      <a:lnTo>
                        <a:pt x="139851" y="156488"/>
                      </a:lnTo>
                      <a:close/>
                      <a:moveTo>
                        <a:pt x="117652" y="0"/>
                      </a:moveTo>
                      <a:cubicBezTo>
                        <a:pt x="117634" y="0"/>
                        <a:pt x="117617" y="4"/>
                        <a:pt x="117602" y="11"/>
                      </a:cubicBezTo>
                      <a:lnTo>
                        <a:pt x="79121" y="12018"/>
                      </a:lnTo>
                      <a:cubicBezTo>
                        <a:pt x="78999" y="12048"/>
                        <a:pt x="78969" y="12139"/>
                        <a:pt x="78999" y="12261"/>
                      </a:cubicBezTo>
                      <a:cubicBezTo>
                        <a:pt x="79021" y="12327"/>
                        <a:pt x="79075" y="12376"/>
                        <a:pt x="79137" y="12376"/>
                      </a:cubicBezTo>
                      <a:cubicBezTo>
                        <a:pt x="79161" y="12376"/>
                        <a:pt x="79187" y="12369"/>
                        <a:pt x="79212" y="12352"/>
                      </a:cubicBezTo>
                      <a:lnTo>
                        <a:pt x="116994" y="589"/>
                      </a:lnTo>
                      <a:lnTo>
                        <a:pt x="104744" y="13385"/>
                      </a:lnTo>
                      <a:cubicBezTo>
                        <a:pt x="104714" y="13446"/>
                        <a:pt x="104714" y="13477"/>
                        <a:pt x="104714" y="13537"/>
                      </a:cubicBezTo>
                      <a:cubicBezTo>
                        <a:pt x="104684" y="13537"/>
                        <a:pt x="104653" y="13537"/>
                        <a:pt x="104592" y="13598"/>
                      </a:cubicBezTo>
                      <a:lnTo>
                        <a:pt x="71279" y="38462"/>
                      </a:lnTo>
                      <a:cubicBezTo>
                        <a:pt x="71218" y="38523"/>
                        <a:pt x="71218" y="38583"/>
                        <a:pt x="71218" y="38675"/>
                      </a:cubicBezTo>
                      <a:cubicBezTo>
                        <a:pt x="71248" y="38735"/>
                        <a:pt x="71279" y="38766"/>
                        <a:pt x="71370" y="38766"/>
                      </a:cubicBezTo>
                      <a:lnTo>
                        <a:pt x="114380" y="40589"/>
                      </a:lnTo>
                      <a:lnTo>
                        <a:pt x="114380" y="40802"/>
                      </a:lnTo>
                      <a:lnTo>
                        <a:pt x="105869" y="65939"/>
                      </a:lnTo>
                      <a:lnTo>
                        <a:pt x="88088" y="60043"/>
                      </a:lnTo>
                      <a:lnTo>
                        <a:pt x="71218" y="38979"/>
                      </a:lnTo>
                      <a:cubicBezTo>
                        <a:pt x="71160" y="38921"/>
                        <a:pt x="71115" y="38900"/>
                        <a:pt x="71066" y="38900"/>
                      </a:cubicBezTo>
                      <a:cubicBezTo>
                        <a:pt x="71037" y="38900"/>
                        <a:pt x="71008" y="38907"/>
                        <a:pt x="70975" y="38918"/>
                      </a:cubicBezTo>
                      <a:lnTo>
                        <a:pt x="34925" y="63599"/>
                      </a:lnTo>
                      <a:cubicBezTo>
                        <a:pt x="34895" y="63629"/>
                        <a:pt x="34834" y="63690"/>
                        <a:pt x="34834" y="63751"/>
                      </a:cubicBezTo>
                      <a:cubicBezTo>
                        <a:pt x="34834" y="63781"/>
                        <a:pt x="34834" y="63812"/>
                        <a:pt x="34895" y="63842"/>
                      </a:cubicBezTo>
                      <a:cubicBezTo>
                        <a:pt x="34834" y="63842"/>
                        <a:pt x="34834" y="63842"/>
                        <a:pt x="34804" y="63903"/>
                      </a:cubicBezTo>
                      <a:cubicBezTo>
                        <a:pt x="34743" y="63933"/>
                        <a:pt x="34713" y="63994"/>
                        <a:pt x="34743" y="64085"/>
                      </a:cubicBezTo>
                      <a:lnTo>
                        <a:pt x="40792" y="101593"/>
                      </a:lnTo>
                      <a:lnTo>
                        <a:pt x="153" y="106639"/>
                      </a:lnTo>
                      <a:cubicBezTo>
                        <a:pt x="92" y="106639"/>
                        <a:pt x="1" y="106700"/>
                        <a:pt x="1" y="106791"/>
                      </a:cubicBezTo>
                      <a:cubicBezTo>
                        <a:pt x="1" y="106852"/>
                        <a:pt x="1" y="106913"/>
                        <a:pt x="62" y="106943"/>
                      </a:cubicBezTo>
                      <a:lnTo>
                        <a:pt x="92" y="106973"/>
                      </a:lnTo>
                      <a:lnTo>
                        <a:pt x="33193" y="129861"/>
                      </a:lnTo>
                      <a:cubicBezTo>
                        <a:pt x="33223" y="129892"/>
                        <a:pt x="33284" y="129892"/>
                        <a:pt x="33345" y="129892"/>
                      </a:cubicBezTo>
                      <a:lnTo>
                        <a:pt x="33436" y="129770"/>
                      </a:lnTo>
                      <a:lnTo>
                        <a:pt x="41400" y="105028"/>
                      </a:lnTo>
                      <a:lnTo>
                        <a:pt x="54683" y="137673"/>
                      </a:lnTo>
                      <a:cubicBezTo>
                        <a:pt x="54713" y="137764"/>
                        <a:pt x="54774" y="137795"/>
                        <a:pt x="54835" y="137795"/>
                      </a:cubicBezTo>
                      <a:lnTo>
                        <a:pt x="89182" y="141290"/>
                      </a:lnTo>
                      <a:lnTo>
                        <a:pt x="87936" y="171078"/>
                      </a:lnTo>
                      <a:cubicBezTo>
                        <a:pt x="87936" y="171138"/>
                        <a:pt x="87996" y="171260"/>
                        <a:pt x="88088" y="171260"/>
                      </a:cubicBezTo>
                      <a:lnTo>
                        <a:pt x="88695" y="171290"/>
                      </a:lnTo>
                      <a:lnTo>
                        <a:pt x="121492" y="189589"/>
                      </a:lnTo>
                      <a:cubicBezTo>
                        <a:pt x="121523" y="189589"/>
                        <a:pt x="121553" y="189619"/>
                        <a:pt x="121553" y="189619"/>
                      </a:cubicBezTo>
                      <a:lnTo>
                        <a:pt x="163135" y="188160"/>
                      </a:lnTo>
                      <a:cubicBezTo>
                        <a:pt x="163195" y="188160"/>
                        <a:pt x="163226" y="188130"/>
                        <a:pt x="163286" y="188069"/>
                      </a:cubicBezTo>
                      <a:cubicBezTo>
                        <a:pt x="163317" y="187978"/>
                        <a:pt x="163317" y="187947"/>
                        <a:pt x="163286" y="187856"/>
                      </a:cubicBezTo>
                      <a:lnTo>
                        <a:pt x="140034" y="156214"/>
                      </a:lnTo>
                      <a:lnTo>
                        <a:pt x="149639" y="138828"/>
                      </a:lnTo>
                      <a:lnTo>
                        <a:pt x="151007" y="139314"/>
                      </a:lnTo>
                      <a:lnTo>
                        <a:pt x="163195" y="187552"/>
                      </a:lnTo>
                      <a:cubicBezTo>
                        <a:pt x="163226" y="187643"/>
                        <a:pt x="163286" y="187704"/>
                        <a:pt x="163378" y="187704"/>
                      </a:cubicBezTo>
                      <a:cubicBezTo>
                        <a:pt x="163469" y="187704"/>
                        <a:pt x="163530" y="187643"/>
                        <a:pt x="163530" y="187552"/>
                      </a:cubicBezTo>
                      <a:lnTo>
                        <a:pt x="170612" y="146214"/>
                      </a:lnTo>
                      <a:lnTo>
                        <a:pt x="185627" y="151503"/>
                      </a:lnTo>
                      <a:lnTo>
                        <a:pt x="187512" y="174330"/>
                      </a:lnTo>
                      <a:cubicBezTo>
                        <a:pt x="187512" y="174421"/>
                        <a:pt x="187603" y="174482"/>
                        <a:pt x="187664" y="174482"/>
                      </a:cubicBezTo>
                      <a:lnTo>
                        <a:pt x="219427" y="179315"/>
                      </a:lnTo>
                      <a:lnTo>
                        <a:pt x="220066" y="221230"/>
                      </a:lnTo>
                      <a:cubicBezTo>
                        <a:pt x="220066" y="221322"/>
                        <a:pt x="220157" y="221413"/>
                        <a:pt x="220278" y="221413"/>
                      </a:cubicBezTo>
                      <a:cubicBezTo>
                        <a:pt x="220370" y="221413"/>
                        <a:pt x="220461" y="221291"/>
                        <a:pt x="220461" y="221230"/>
                      </a:cubicBezTo>
                      <a:lnTo>
                        <a:pt x="219823" y="179163"/>
                      </a:lnTo>
                      <a:cubicBezTo>
                        <a:pt x="219823" y="179102"/>
                        <a:pt x="219731" y="179011"/>
                        <a:pt x="219671" y="178981"/>
                      </a:cubicBezTo>
                      <a:lnTo>
                        <a:pt x="187846" y="174148"/>
                      </a:lnTo>
                      <a:lnTo>
                        <a:pt x="185962" y="151351"/>
                      </a:lnTo>
                      <a:cubicBezTo>
                        <a:pt x="185962" y="151290"/>
                        <a:pt x="185931" y="151199"/>
                        <a:pt x="185840" y="151199"/>
                      </a:cubicBezTo>
                      <a:lnTo>
                        <a:pt x="170642" y="145849"/>
                      </a:lnTo>
                      <a:lnTo>
                        <a:pt x="181706" y="81076"/>
                      </a:lnTo>
                      <a:cubicBezTo>
                        <a:pt x="181706" y="81016"/>
                        <a:pt x="181706" y="80955"/>
                        <a:pt x="181676" y="80924"/>
                      </a:cubicBezTo>
                      <a:cubicBezTo>
                        <a:pt x="181615" y="80864"/>
                        <a:pt x="181585" y="80833"/>
                        <a:pt x="181554" y="80833"/>
                      </a:cubicBezTo>
                      <a:lnTo>
                        <a:pt x="137785" y="78280"/>
                      </a:lnTo>
                      <a:lnTo>
                        <a:pt x="152283" y="76304"/>
                      </a:lnTo>
                      <a:cubicBezTo>
                        <a:pt x="152374" y="76304"/>
                        <a:pt x="152405" y="76244"/>
                        <a:pt x="152435" y="76213"/>
                      </a:cubicBezTo>
                      <a:cubicBezTo>
                        <a:pt x="152496" y="76122"/>
                        <a:pt x="152435" y="76061"/>
                        <a:pt x="152374" y="76000"/>
                      </a:cubicBezTo>
                      <a:lnTo>
                        <a:pt x="126720" y="57520"/>
                      </a:lnTo>
                      <a:lnTo>
                        <a:pt x="126690" y="57429"/>
                      </a:lnTo>
                      <a:lnTo>
                        <a:pt x="145049" y="25969"/>
                      </a:lnTo>
                      <a:cubicBezTo>
                        <a:pt x="145079" y="25939"/>
                        <a:pt x="145079" y="25848"/>
                        <a:pt x="145049" y="25817"/>
                      </a:cubicBezTo>
                      <a:cubicBezTo>
                        <a:pt x="145049" y="25787"/>
                        <a:pt x="144958" y="25756"/>
                        <a:pt x="144927" y="25696"/>
                      </a:cubicBezTo>
                      <a:lnTo>
                        <a:pt x="105200" y="13416"/>
                      </a:lnTo>
                      <a:lnTo>
                        <a:pt x="117754" y="315"/>
                      </a:lnTo>
                      <a:cubicBezTo>
                        <a:pt x="117815" y="255"/>
                        <a:pt x="117815" y="163"/>
                        <a:pt x="117784" y="103"/>
                      </a:cubicBezTo>
                      <a:cubicBezTo>
                        <a:pt x="117761" y="34"/>
                        <a:pt x="117704" y="0"/>
                        <a:pt x="11765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9"/>
                <p:cNvSpPr/>
                <p:nvPr/>
              </p:nvSpPr>
              <p:spPr>
                <a:xfrm>
                  <a:off x="-700475" y="951025"/>
                  <a:ext cx="50325" cy="35375"/>
                </a:xfrm>
                <a:custGeom>
                  <a:avLst/>
                  <a:gdLst/>
                  <a:ahLst/>
                  <a:cxnLst/>
                  <a:rect l="l" t="t" r="r" b="b"/>
                  <a:pathLst>
                    <a:path w="2013" h="1415" extrusionOk="0">
                      <a:moveTo>
                        <a:pt x="1047" y="0"/>
                      </a:moveTo>
                      <a:cubicBezTo>
                        <a:pt x="500" y="0"/>
                        <a:pt x="0" y="690"/>
                        <a:pt x="492" y="1181"/>
                      </a:cubicBezTo>
                      <a:cubicBezTo>
                        <a:pt x="642" y="1346"/>
                        <a:pt x="815" y="1415"/>
                        <a:pt x="982" y="1415"/>
                      </a:cubicBezTo>
                      <a:cubicBezTo>
                        <a:pt x="1525" y="1415"/>
                        <a:pt x="2013" y="696"/>
                        <a:pt x="1525" y="209"/>
                      </a:cubicBezTo>
                      <a:cubicBezTo>
                        <a:pt x="1378" y="62"/>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9"/>
                <p:cNvSpPr/>
                <p:nvPr/>
              </p:nvSpPr>
              <p:spPr>
                <a:xfrm>
                  <a:off x="-1364400" y="1443875"/>
                  <a:ext cx="50100" cy="35700"/>
                </a:xfrm>
                <a:custGeom>
                  <a:avLst/>
                  <a:gdLst/>
                  <a:ahLst/>
                  <a:cxnLst/>
                  <a:rect l="l" t="t" r="r" b="b"/>
                  <a:pathLst>
                    <a:path w="2004" h="1428" extrusionOk="0">
                      <a:moveTo>
                        <a:pt x="1032" y="1"/>
                      </a:moveTo>
                      <a:cubicBezTo>
                        <a:pt x="489" y="1"/>
                        <a:pt x="0" y="705"/>
                        <a:pt x="513" y="1194"/>
                      </a:cubicBezTo>
                      <a:cubicBezTo>
                        <a:pt x="664" y="1359"/>
                        <a:pt x="835" y="1428"/>
                        <a:pt x="1000" y="1428"/>
                      </a:cubicBezTo>
                      <a:cubicBezTo>
                        <a:pt x="1533" y="1428"/>
                        <a:pt x="2004" y="709"/>
                        <a:pt x="1516" y="222"/>
                      </a:cubicBezTo>
                      <a:cubicBezTo>
                        <a:pt x="1367" y="66"/>
                        <a:pt x="119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9"/>
                <p:cNvSpPr/>
                <p:nvPr/>
              </p:nvSpPr>
              <p:spPr>
                <a:xfrm>
                  <a:off x="-920175" y="1590950"/>
                  <a:ext cx="50425" cy="35825"/>
                </a:xfrm>
                <a:custGeom>
                  <a:avLst/>
                  <a:gdLst/>
                  <a:ahLst/>
                  <a:cxnLst/>
                  <a:rect l="l" t="t" r="r" b="b"/>
                  <a:pathLst>
                    <a:path w="2017" h="1433" extrusionOk="0">
                      <a:moveTo>
                        <a:pt x="1060" y="0"/>
                      </a:moveTo>
                      <a:cubicBezTo>
                        <a:pt x="509" y="0"/>
                        <a:pt x="1" y="714"/>
                        <a:pt x="495" y="1208"/>
                      </a:cubicBezTo>
                      <a:cubicBezTo>
                        <a:pt x="653" y="1366"/>
                        <a:pt x="830" y="1432"/>
                        <a:pt x="999" y="1432"/>
                      </a:cubicBezTo>
                      <a:cubicBezTo>
                        <a:pt x="1546" y="1432"/>
                        <a:pt x="2016" y="739"/>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9"/>
                <p:cNvSpPr/>
                <p:nvPr/>
              </p:nvSpPr>
              <p:spPr>
                <a:xfrm>
                  <a:off x="-407925" y="1372750"/>
                  <a:ext cx="50275" cy="35500"/>
                </a:xfrm>
                <a:custGeom>
                  <a:avLst/>
                  <a:gdLst/>
                  <a:ahLst/>
                  <a:cxnLst/>
                  <a:rect l="l" t="t" r="r" b="b"/>
                  <a:pathLst>
                    <a:path w="2011" h="1420" extrusionOk="0">
                      <a:moveTo>
                        <a:pt x="1047" y="1"/>
                      </a:moveTo>
                      <a:cubicBezTo>
                        <a:pt x="500" y="1"/>
                        <a:pt x="1" y="691"/>
                        <a:pt x="492" y="1182"/>
                      </a:cubicBezTo>
                      <a:cubicBezTo>
                        <a:pt x="645" y="1350"/>
                        <a:pt x="821" y="1419"/>
                        <a:pt x="991" y="1419"/>
                      </a:cubicBezTo>
                      <a:cubicBezTo>
                        <a:pt x="1530" y="1419"/>
                        <a:pt x="2011" y="718"/>
                        <a:pt x="1525"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9"/>
                <p:cNvSpPr/>
                <p:nvPr/>
              </p:nvSpPr>
              <p:spPr>
                <a:xfrm>
                  <a:off x="-596200" y="2083250"/>
                  <a:ext cx="50750" cy="35400"/>
                </a:xfrm>
                <a:custGeom>
                  <a:avLst/>
                  <a:gdLst/>
                  <a:ahLst/>
                  <a:cxnLst/>
                  <a:rect l="l" t="t" r="r" b="b"/>
                  <a:pathLst>
                    <a:path w="2030" h="1416" extrusionOk="0">
                      <a:moveTo>
                        <a:pt x="1041" y="1"/>
                      </a:moveTo>
                      <a:cubicBezTo>
                        <a:pt x="495" y="1"/>
                        <a:pt x="0" y="690"/>
                        <a:pt x="515" y="1182"/>
                      </a:cubicBezTo>
                      <a:cubicBezTo>
                        <a:pt x="666" y="1347"/>
                        <a:pt x="838" y="1415"/>
                        <a:pt x="1005" y="1415"/>
                      </a:cubicBezTo>
                      <a:cubicBezTo>
                        <a:pt x="1546" y="1415"/>
                        <a:pt x="2029" y="697"/>
                        <a:pt x="1518" y="209"/>
                      </a:cubicBezTo>
                      <a:cubicBezTo>
                        <a:pt x="1371"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9"/>
                <p:cNvSpPr/>
                <p:nvPr/>
              </p:nvSpPr>
              <p:spPr>
                <a:xfrm>
                  <a:off x="-173125" y="1901650"/>
                  <a:ext cx="50350" cy="35375"/>
                </a:xfrm>
                <a:custGeom>
                  <a:avLst/>
                  <a:gdLst/>
                  <a:ahLst/>
                  <a:cxnLst/>
                  <a:rect l="l" t="t" r="r" b="b"/>
                  <a:pathLst>
                    <a:path w="2014" h="1415" extrusionOk="0">
                      <a:moveTo>
                        <a:pt x="1035" y="0"/>
                      </a:moveTo>
                      <a:cubicBezTo>
                        <a:pt x="482" y="0"/>
                        <a:pt x="1" y="690"/>
                        <a:pt x="492" y="1181"/>
                      </a:cubicBezTo>
                      <a:cubicBezTo>
                        <a:pt x="650" y="1346"/>
                        <a:pt x="826" y="1415"/>
                        <a:pt x="995" y="1415"/>
                      </a:cubicBezTo>
                      <a:cubicBezTo>
                        <a:pt x="1543" y="1415"/>
                        <a:pt x="2013" y="696"/>
                        <a:pt x="1526" y="209"/>
                      </a:cubicBezTo>
                      <a:cubicBezTo>
                        <a:pt x="1372" y="62"/>
                        <a:pt x="1200" y="0"/>
                        <a:pt x="10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9"/>
                <p:cNvSpPr/>
                <p:nvPr/>
              </p:nvSpPr>
              <p:spPr>
                <a:xfrm>
                  <a:off x="-1459450" y="2087050"/>
                  <a:ext cx="50125" cy="35500"/>
                </a:xfrm>
                <a:custGeom>
                  <a:avLst/>
                  <a:gdLst/>
                  <a:ahLst/>
                  <a:cxnLst/>
                  <a:rect l="l" t="t" r="r" b="b"/>
                  <a:pathLst>
                    <a:path w="2005" h="1420" extrusionOk="0">
                      <a:moveTo>
                        <a:pt x="1041" y="1"/>
                      </a:moveTo>
                      <a:cubicBezTo>
                        <a:pt x="495" y="1"/>
                        <a:pt x="1" y="690"/>
                        <a:pt x="516" y="1182"/>
                      </a:cubicBezTo>
                      <a:cubicBezTo>
                        <a:pt x="669" y="1349"/>
                        <a:pt x="843" y="1419"/>
                        <a:pt x="1010" y="1419"/>
                      </a:cubicBezTo>
                      <a:cubicBezTo>
                        <a:pt x="1541" y="1419"/>
                        <a:pt x="2004" y="718"/>
                        <a:pt x="1519" y="209"/>
                      </a:cubicBezTo>
                      <a:cubicBezTo>
                        <a:pt x="1372"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9"/>
                <p:cNvSpPr/>
                <p:nvPr/>
              </p:nvSpPr>
              <p:spPr>
                <a:xfrm>
                  <a:off x="-1301500" y="2800275"/>
                  <a:ext cx="50225" cy="35800"/>
                </a:xfrm>
                <a:custGeom>
                  <a:avLst/>
                  <a:gdLst/>
                  <a:ahLst/>
                  <a:cxnLst/>
                  <a:rect l="l" t="t" r="r" b="b"/>
                  <a:pathLst>
                    <a:path w="2009" h="1432" extrusionOk="0">
                      <a:moveTo>
                        <a:pt x="1039" y="1"/>
                      </a:moveTo>
                      <a:cubicBezTo>
                        <a:pt x="494" y="1"/>
                        <a:pt x="0" y="705"/>
                        <a:pt x="490" y="1194"/>
                      </a:cubicBezTo>
                      <a:cubicBezTo>
                        <a:pt x="643" y="1362"/>
                        <a:pt x="818" y="1432"/>
                        <a:pt x="988" y="1432"/>
                      </a:cubicBezTo>
                      <a:cubicBezTo>
                        <a:pt x="1527" y="1432"/>
                        <a:pt x="2008" y="730"/>
                        <a:pt x="1523" y="222"/>
                      </a:cubicBezTo>
                      <a:cubicBezTo>
                        <a:pt x="1374" y="66"/>
                        <a:pt x="1204"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9"/>
                <p:cNvSpPr/>
                <p:nvPr/>
              </p:nvSpPr>
              <p:spPr>
                <a:xfrm>
                  <a:off x="-318925" y="2620600"/>
                  <a:ext cx="50950" cy="35400"/>
                </a:xfrm>
                <a:custGeom>
                  <a:avLst/>
                  <a:gdLst/>
                  <a:ahLst/>
                  <a:cxnLst/>
                  <a:rect l="l" t="t" r="r" b="b"/>
                  <a:pathLst>
                    <a:path w="2038" h="1416" extrusionOk="0">
                      <a:moveTo>
                        <a:pt x="1054" y="0"/>
                      </a:moveTo>
                      <a:cubicBezTo>
                        <a:pt x="504" y="0"/>
                        <a:pt x="1" y="714"/>
                        <a:pt x="519" y="1208"/>
                      </a:cubicBezTo>
                      <a:cubicBezTo>
                        <a:pt x="665" y="1354"/>
                        <a:pt x="832" y="1416"/>
                        <a:pt x="995" y="1416"/>
                      </a:cubicBezTo>
                      <a:cubicBezTo>
                        <a:pt x="1542" y="1416"/>
                        <a:pt x="2037" y="720"/>
                        <a:pt x="1522" y="205"/>
                      </a:cubicBezTo>
                      <a:cubicBezTo>
                        <a:pt x="1378" y="61"/>
                        <a:pt x="1214" y="0"/>
                        <a:pt x="10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9"/>
                <p:cNvSpPr/>
                <p:nvPr/>
              </p:nvSpPr>
              <p:spPr>
                <a:xfrm>
                  <a:off x="-2533950" y="2539950"/>
                  <a:ext cx="50750" cy="35925"/>
                </a:xfrm>
                <a:custGeom>
                  <a:avLst/>
                  <a:gdLst/>
                  <a:ahLst/>
                  <a:cxnLst/>
                  <a:rect l="l" t="t" r="r" b="b"/>
                  <a:pathLst>
                    <a:path w="2030" h="1437" extrusionOk="0">
                      <a:moveTo>
                        <a:pt x="1043" y="1"/>
                      </a:moveTo>
                      <a:cubicBezTo>
                        <a:pt x="496" y="1"/>
                        <a:pt x="1" y="697"/>
                        <a:pt x="516" y="1212"/>
                      </a:cubicBezTo>
                      <a:cubicBezTo>
                        <a:pt x="667" y="1370"/>
                        <a:pt x="840" y="1436"/>
                        <a:pt x="1007" y="1436"/>
                      </a:cubicBezTo>
                      <a:cubicBezTo>
                        <a:pt x="1548" y="1436"/>
                        <a:pt x="2030" y="743"/>
                        <a:pt x="1519" y="209"/>
                      </a:cubicBezTo>
                      <a:cubicBezTo>
                        <a:pt x="1373" y="63"/>
                        <a:pt x="1206" y="1"/>
                        <a:pt x="10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9"/>
                <p:cNvSpPr/>
                <p:nvPr/>
              </p:nvSpPr>
              <p:spPr>
                <a:xfrm>
                  <a:off x="-1714950" y="2379625"/>
                  <a:ext cx="50300" cy="35475"/>
                </a:xfrm>
                <a:custGeom>
                  <a:avLst/>
                  <a:gdLst/>
                  <a:ahLst/>
                  <a:cxnLst/>
                  <a:rect l="l" t="t" r="r" b="b"/>
                  <a:pathLst>
                    <a:path w="2012" h="1419" extrusionOk="0">
                      <a:moveTo>
                        <a:pt x="1048" y="0"/>
                      </a:moveTo>
                      <a:cubicBezTo>
                        <a:pt x="500" y="0"/>
                        <a:pt x="1" y="690"/>
                        <a:pt x="492" y="1181"/>
                      </a:cubicBezTo>
                      <a:cubicBezTo>
                        <a:pt x="645" y="1349"/>
                        <a:pt x="821" y="1418"/>
                        <a:pt x="991" y="1418"/>
                      </a:cubicBezTo>
                      <a:cubicBezTo>
                        <a:pt x="1530" y="1418"/>
                        <a:pt x="2011" y="717"/>
                        <a:pt x="1526" y="208"/>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9"/>
                <p:cNvSpPr/>
                <p:nvPr/>
              </p:nvSpPr>
              <p:spPr>
                <a:xfrm>
                  <a:off x="-2196675" y="3377800"/>
                  <a:ext cx="50400" cy="35075"/>
                </a:xfrm>
                <a:custGeom>
                  <a:avLst/>
                  <a:gdLst/>
                  <a:ahLst/>
                  <a:cxnLst/>
                  <a:rect l="l" t="t" r="r" b="b"/>
                  <a:pathLst>
                    <a:path w="2016" h="1403" extrusionOk="0">
                      <a:moveTo>
                        <a:pt x="1039" y="0"/>
                      </a:moveTo>
                      <a:cubicBezTo>
                        <a:pt x="495" y="0"/>
                        <a:pt x="1" y="704"/>
                        <a:pt x="491" y="1194"/>
                      </a:cubicBezTo>
                      <a:cubicBezTo>
                        <a:pt x="644" y="1341"/>
                        <a:pt x="816" y="1402"/>
                        <a:pt x="981" y="1402"/>
                      </a:cubicBezTo>
                      <a:cubicBezTo>
                        <a:pt x="1534" y="1402"/>
                        <a:pt x="2015" y="713"/>
                        <a:pt x="1524" y="221"/>
                      </a:cubicBezTo>
                      <a:cubicBezTo>
                        <a:pt x="1375" y="65"/>
                        <a:pt x="1205"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9"/>
                <p:cNvSpPr/>
                <p:nvPr/>
              </p:nvSpPr>
              <p:spPr>
                <a:xfrm>
                  <a:off x="-849425" y="3508825"/>
                  <a:ext cx="50500" cy="35400"/>
                </a:xfrm>
                <a:custGeom>
                  <a:avLst/>
                  <a:gdLst/>
                  <a:ahLst/>
                  <a:cxnLst/>
                  <a:rect l="l" t="t" r="r" b="b"/>
                  <a:pathLst>
                    <a:path w="2020" h="1416" extrusionOk="0">
                      <a:moveTo>
                        <a:pt x="1036" y="0"/>
                      </a:moveTo>
                      <a:cubicBezTo>
                        <a:pt x="483" y="0"/>
                        <a:pt x="0" y="696"/>
                        <a:pt x="492" y="1211"/>
                      </a:cubicBezTo>
                      <a:cubicBezTo>
                        <a:pt x="636" y="1355"/>
                        <a:pt x="800" y="1416"/>
                        <a:pt x="961" y="1416"/>
                      </a:cubicBezTo>
                      <a:cubicBezTo>
                        <a:pt x="1512" y="1416"/>
                        <a:pt x="2020" y="703"/>
                        <a:pt x="1526" y="208"/>
                      </a:cubicBezTo>
                      <a:cubicBezTo>
                        <a:pt x="1372" y="62"/>
                        <a:pt x="1201" y="0"/>
                        <a:pt x="10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9"/>
                <p:cNvSpPr/>
                <p:nvPr/>
              </p:nvSpPr>
              <p:spPr>
                <a:xfrm>
                  <a:off x="-601700" y="3131900"/>
                  <a:ext cx="50350" cy="35400"/>
                </a:xfrm>
                <a:custGeom>
                  <a:avLst/>
                  <a:gdLst/>
                  <a:ahLst/>
                  <a:cxnLst/>
                  <a:rect l="l" t="t" r="r" b="b"/>
                  <a:pathLst>
                    <a:path w="2014" h="1416" extrusionOk="0">
                      <a:moveTo>
                        <a:pt x="1047" y="1"/>
                      </a:moveTo>
                      <a:cubicBezTo>
                        <a:pt x="500" y="1"/>
                        <a:pt x="1" y="690"/>
                        <a:pt x="492" y="1182"/>
                      </a:cubicBezTo>
                      <a:cubicBezTo>
                        <a:pt x="643" y="1347"/>
                        <a:pt x="815" y="1415"/>
                        <a:pt x="983" y="1415"/>
                      </a:cubicBezTo>
                      <a:cubicBezTo>
                        <a:pt x="1525" y="1415"/>
                        <a:pt x="2013" y="697"/>
                        <a:pt x="1526"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9"/>
                <p:cNvSpPr/>
                <p:nvPr/>
              </p:nvSpPr>
              <p:spPr>
                <a:xfrm>
                  <a:off x="-1361600" y="4210950"/>
                  <a:ext cx="50300" cy="35475"/>
                </a:xfrm>
                <a:custGeom>
                  <a:avLst/>
                  <a:gdLst/>
                  <a:ahLst/>
                  <a:cxnLst/>
                  <a:rect l="l" t="t" r="r" b="b"/>
                  <a:pathLst>
                    <a:path w="2012" h="1419" extrusionOk="0">
                      <a:moveTo>
                        <a:pt x="1048" y="0"/>
                      </a:moveTo>
                      <a:cubicBezTo>
                        <a:pt x="500" y="0"/>
                        <a:pt x="1" y="690"/>
                        <a:pt x="492" y="1181"/>
                      </a:cubicBezTo>
                      <a:cubicBezTo>
                        <a:pt x="645" y="1349"/>
                        <a:pt x="821" y="1419"/>
                        <a:pt x="991" y="1419"/>
                      </a:cubicBezTo>
                      <a:cubicBezTo>
                        <a:pt x="1530" y="1419"/>
                        <a:pt x="2011" y="717"/>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9"/>
                <p:cNvSpPr/>
                <p:nvPr/>
              </p:nvSpPr>
              <p:spPr>
                <a:xfrm>
                  <a:off x="-527900" y="4660900"/>
                  <a:ext cx="51000" cy="35825"/>
                </a:xfrm>
                <a:custGeom>
                  <a:avLst/>
                  <a:gdLst/>
                  <a:ahLst/>
                  <a:cxnLst/>
                  <a:rect l="l" t="t" r="r" b="b"/>
                  <a:pathLst>
                    <a:path w="2040" h="1433" extrusionOk="0">
                      <a:moveTo>
                        <a:pt x="1068" y="1"/>
                      </a:moveTo>
                      <a:cubicBezTo>
                        <a:pt x="504" y="1"/>
                        <a:pt x="1" y="714"/>
                        <a:pt x="519" y="1208"/>
                      </a:cubicBezTo>
                      <a:cubicBezTo>
                        <a:pt x="670" y="1366"/>
                        <a:pt x="843" y="1432"/>
                        <a:pt x="1010" y="1432"/>
                      </a:cubicBezTo>
                      <a:cubicBezTo>
                        <a:pt x="1552" y="1432"/>
                        <a:pt x="2040" y="739"/>
                        <a:pt x="1552" y="205"/>
                      </a:cubicBezTo>
                      <a:cubicBezTo>
                        <a:pt x="1402" y="61"/>
                        <a:pt x="1232" y="1"/>
                        <a:pt x="10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9"/>
                <p:cNvSpPr/>
                <p:nvPr/>
              </p:nvSpPr>
              <p:spPr>
                <a:xfrm>
                  <a:off x="-599950" y="4282075"/>
                  <a:ext cx="50800" cy="35075"/>
                </a:xfrm>
                <a:custGeom>
                  <a:avLst/>
                  <a:gdLst/>
                  <a:ahLst/>
                  <a:cxnLst/>
                  <a:rect l="l" t="t" r="r" b="b"/>
                  <a:pathLst>
                    <a:path w="2032" h="1403" extrusionOk="0">
                      <a:moveTo>
                        <a:pt x="1032" y="0"/>
                      </a:moveTo>
                      <a:cubicBezTo>
                        <a:pt x="489" y="0"/>
                        <a:pt x="0" y="704"/>
                        <a:pt x="513" y="1194"/>
                      </a:cubicBezTo>
                      <a:cubicBezTo>
                        <a:pt x="660" y="1340"/>
                        <a:pt x="828" y="1402"/>
                        <a:pt x="991" y="1402"/>
                      </a:cubicBezTo>
                      <a:cubicBezTo>
                        <a:pt x="1537" y="1402"/>
                        <a:pt x="2031" y="712"/>
                        <a:pt x="1516" y="221"/>
                      </a:cubicBezTo>
                      <a:cubicBezTo>
                        <a:pt x="1368" y="65"/>
                        <a:pt x="119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9"/>
                <p:cNvSpPr/>
                <p:nvPr/>
              </p:nvSpPr>
              <p:spPr>
                <a:xfrm>
                  <a:off x="512475" y="4625075"/>
                  <a:ext cx="50700" cy="35500"/>
                </a:xfrm>
                <a:custGeom>
                  <a:avLst/>
                  <a:gdLst/>
                  <a:ahLst/>
                  <a:cxnLst/>
                  <a:rect l="l" t="t" r="r" b="b"/>
                  <a:pathLst>
                    <a:path w="2028" h="1420" extrusionOk="0">
                      <a:moveTo>
                        <a:pt x="1041" y="1"/>
                      </a:moveTo>
                      <a:cubicBezTo>
                        <a:pt x="495" y="1"/>
                        <a:pt x="1" y="691"/>
                        <a:pt x="516" y="1182"/>
                      </a:cubicBezTo>
                      <a:cubicBezTo>
                        <a:pt x="669" y="1350"/>
                        <a:pt x="844" y="1419"/>
                        <a:pt x="1014" y="1419"/>
                      </a:cubicBezTo>
                      <a:cubicBezTo>
                        <a:pt x="1552" y="1419"/>
                        <a:pt x="2027" y="718"/>
                        <a:pt x="1519" y="209"/>
                      </a:cubicBezTo>
                      <a:cubicBezTo>
                        <a:pt x="1372" y="63"/>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9"/>
                <p:cNvSpPr/>
                <p:nvPr/>
              </p:nvSpPr>
              <p:spPr>
                <a:xfrm>
                  <a:off x="235925" y="1842825"/>
                  <a:ext cx="50975" cy="35075"/>
                </a:xfrm>
                <a:custGeom>
                  <a:avLst/>
                  <a:gdLst/>
                  <a:ahLst/>
                  <a:cxnLst/>
                  <a:rect l="l" t="t" r="r" b="b"/>
                  <a:pathLst>
                    <a:path w="2039" h="1403" extrusionOk="0">
                      <a:moveTo>
                        <a:pt x="1046" y="0"/>
                      </a:moveTo>
                      <a:cubicBezTo>
                        <a:pt x="489" y="0"/>
                        <a:pt x="1" y="704"/>
                        <a:pt x="514" y="1194"/>
                      </a:cubicBezTo>
                      <a:cubicBezTo>
                        <a:pt x="660" y="1341"/>
                        <a:pt x="828" y="1402"/>
                        <a:pt x="992" y="1402"/>
                      </a:cubicBezTo>
                      <a:cubicBezTo>
                        <a:pt x="1539" y="1402"/>
                        <a:pt x="2038" y="713"/>
                        <a:pt x="1547" y="221"/>
                      </a:cubicBezTo>
                      <a:cubicBezTo>
                        <a:pt x="1391" y="65"/>
                        <a:pt x="1215" y="0"/>
                        <a:pt x="10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9"/>
                <p:cNvSpPr/>
                <p:nvPr/>
              </p:nvSpPr>
              <p:spPr>
                <a:xfrm>
                  <a:off x="968350" y="1967100"/>
                  <a:ext cx="49650" cy="35825"/>
                </a:xfrm>
                <a:custGeom>
                  <a:avLst/>
                  <a:gdLst/>
                  <a:ahLst/>
                  <a:cxnLst/>
                  <a:rect l="l" t="t" r="r" b="b"/>
                  <a:pathLst>
                    <a:path w="1986" h="1433" extrusionOk="0">
                      <a:moveTo>
                        <a:pt x="1053" y="0"/>
                      </a:moveTo>
                      <a:cubicBezTo>
                        <a:pt x="503" y="0"/>
                        <a:pt x="0" y="713"/>
                        <a:pt x="518" y="1208"/>
                      </a:cubicBezTo>
                      <a:cubicBezTo>
                        <a:pt x="669" y="1366"/>
                        <a:pt x="838" y="1432"/>
                        <a:pt x="1001" y="1432"/>
                      </a:cubicBezTo>
                      <a:cubicBezTo>
                        <a:pt x="1528" y="1432"/>
                        <a:pt x="1985" y="739"/>
                        <a:pt x="1521" y="205"/>
                      </a:cubicBezTo>
                      <a:cubicBezTo>
                        <a:pt x="1377" y="61"/>
                        <a:pt x="1213" y="0"/>
                        <a:pt x="105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9"/>
                <p:cNvSpPr/>
                <p:nvPr/>
              </p:nvSpPr>
              <p:spPr>
                <a:xfrm>
                  <a:off x="54900" y="585200"/>
                  <a:ext cx="50225" cy="35800"/>
                </a:xfrm>
                <a:custGeom>
                  <a:avLst/>
                  <a:gdLst/>
                  <a:ahLst/>
                  <a:cxnLst/>
                  <a:rect l="l" t="t" r="r" b="b"/>
                  <a:pathLst>
                    <a:path w="2009" h="1432" extrusionOk="0">
                      <a:moveTo>
                        <a:pt x="1026" y="1"/>
                      </a:moveTo>
                      <a:cubicBezTo>
                        <a:pt x="476" y="1"/>
                        <a:pt x="0" y="705"/>
                        <a:pt x="490" y="1194"/>
                      </a:cubicBezTo>
                      <a:cubicBezTo>
                        <a:pt x="643" y="1362"/>
                        <a:pt x="819" y="1432"/>
                        <a:pt x="989" y="1432"/>
                      </a:cubicBezTo>
                      <a:cubicBezTo>
                        <a:pt x="1528" y="1432"/>
                        <a:pt x="2009" y="730"/>
                        <a:pt x="1523" y="222"/>
                      </a:cubicBezTo>
                      <a:cubicBezTo>
                        <a:pt x="1368" y="66"/>
                        <a:pt x="1194" y="1"/>
                        <a:pt x="102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9"/>
                <p:cNvSpPr/>
                <p:nvPr/>
              </p:nvSpPr>
              <p:spPr>
                <a:xfrm>
                  <a:off x="-2734675" y="3180225"/>
                  <a:ext cx="50225" cy="35075"/>
                </a:xfrm>
                <a:custGeom>
                  <a:avLst/>
                  <a:gdLst/>
                  <a:ahLst/>
                  <a:cxnLst/>
                  <a:rect l="l" t="t" r="r" b="b"/>
                  <a:pathLst>
                    <a:path w="2009" h="1403" extrusionOk="0">
                      <a:moveTo>
                        <a:pt x="1013" y="0"/>
                      </a:moveTo>
                      <a:cubicBezTo>
                        <a:pt x="477" y="0"/>
                        <a:pt x="1" y="705"/>
                        <a:pt x="490" y="1194"/>
                      </a:cubicBezTo>
                      <a:cubicBezTo>
                        <a:pt x="637" y="1341"/>
                        <a:pt x="805" y="1402"/>
                        <a:pt x="968" y="1402"/>
                      </a:cubicBezTo>
                      <a:cubicBezTo>
                        <a:pt x="1514" y="1402"/>
                        <a:pt x="2008" y="713"/>
                        <a:pt x="1493" y="221"/>
                      </a:cubicBezTo>
                      <a:cubicBezTo>
                        <a:pt x="1345" y="66"/>
                        <a:pt x="1176"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9"/>
                <p:cNvSpPr/>
                <p:nvPr/>
              </p:nvSpPr>
              <p:spPr>
                <a:xfrm>
                  <a:off x="-3560675" y="2610300"/>
                  <a:ext cx="50300" cy="35700"/>
                </a:xfrm>
                <a:custGeom>
                  <a:avLst/>
                  <a:gdLst/>
                  <a:ahLst/>
                  <a:cxnLst/>
                  <a:rect l="l" t="t" r="r" b="b"/>
                  <a:pathLst>
                    <a:path w="2012" h="1428" extrusionOk="0">
                      <a:moveTo>
                        <a:pt x="1039" y="1"/>
                      </a:moveTo>
                      <a:cubicBezTo>
                        <a:pt x="494" y="1"/>
                        <a:pt x="1" y="705"/>
                        <a:pt x="490" y="1194"/>
                      </a:cubicBezTo>
                      <a:cubicBezTo>
                        <a:pt x="648" y="1359"/>
                        <a:pt x="824" y="1428"/>
                        <a:pt x="993" y="1428"/>
                      </a:cubicBezTo>
                      <a:cubicBezTo>
                        <a:pt x="1541" y="1428"/>
                        <a:pt x="2011" y="709"/>
                        <a:pt x="1524" y="222"/>
                      </a:cubicBezTo>
                      <a:cubicBezTo>
                        <a:pt x="1375" y="66"/>
                        <a:pt x="1205"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9"/>
                <p:cNvSpPr/>
                <p:nvPr/>
              </p:nvSpPr>
              <p:spPr>
                <a:xfrm>
                  <a:off x="-2691350" y="1535075"/>
                  <a:ext cx="50375" cy="35075"/>
                </a:xfrm>
                <a:custGeom>
                  <a:avLst/>
                  <a:gdLst/>
                  <a:ahLst/>
                  <a:cxnLst/>
                  <a:rect l="l" t="t" r="r" b="b"/>
                  <a:pathLst>
                    <a:path w="2015" h="1403" extrusionOk="0">
                      <a:moveTo>
                        <a:pt x="1039" y="0"/>
                      </a:moveTo>
                      <a:cubicBezTo>
                        <a:pt x="494" y="0"/>
                        <a:pt x="0" y="704"/>
                        <a:pt x="490" y="1194"/>
                      </a:cubicBezTo>
                      <a:cubicBezTo>
                        <a:pt x="651" y="1340"/>
                        <a:pt x="826" y="1402"/>
                        <a:pt x="993" y="1402"/>
                      </a:cubicBezTo>
                      <a:cubicBezTo>
                        <a:pt x="1551" y="1402"/>
                        <a:pt x="2015" y="712"/>
                        <a:pt x="1523" y="221"/>
                      </a:cubicBezTo>
                      <a:cubicBezTo>
                        <a:pt x="1375" y="65"/>
                        <a:pt x="1204"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9"/>
                <p:cNvSpPr/>
                <p:nvPr/>
              </p:nvSpPr>
              <p:spPr>
                <a:xfrm>
                  <a:off x="-1786450" y="914650"/>
                  <a:ext cx="50525" cy="35400"/>
                </a:xfrm>
                <a:custGeom>
                  <a:avLst/>
                  <a:gdLst/>
                  <a:ahLst/>
                  <a:cxnLst/>
                  <a:rect l="l" t="t" r="r" b="b"/>
                  <a:pathLst>
                    <a:path w="2021" h="1416" extrusionOk="0">
                      <a:moveTo>
                        <a:pt x="1060" y="0"/>
                      </a:moveTo>
                      <a:cubicBezTo>
                        <a:pt x="509" y="0"/>
                        <a:pt x="1" y="713"/>
                        <a:pt x="495" y="1208"/>
                      </a:cubicBezTo>
                      <a:cubicBezTo>
                        <a:pt x="649" y="1354"/>
                        <a:pt x="820" y="1416"/>
                        <a:pt x="984" y="1416"/>
                      </a:cubicBezTo>
                      <a:cubicBezTo>
                        <a:pt x="1538" y="1416"/>
                        <a:pt x="2021" y="720"/>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9"/>
                <p:cNvSpPr/>
                <p:nvPr/>
              </p:nvSpPr>
              <p:spPr>
                <a:xfrm>
                  <a:off x="-1588800" y="242050"/>
                  <a:ext cx="50350" cy="35925"/>
                </a:xfrm>
                <a:custGeom>
                  <a:avLst/>
                  <a:gdLst/>
                  <a:ahLst/>
                  <a:cxnLst/>
                  <a:rect l="l" t="t" r="r" b="b"/>
                  <a:pathLst>
                    <a:path w="2014" h="1437" extrusionOk="0">
                      <a:moveTo>
                        <a:pt x="1049" y="1"/>
                      </a:moveTo>
                      <a:cubicBezTo>
                        <a:pt x="501" y="1"/>
                        <a:pt x="0" y="696"/>
                        <a:pt x="492" y="1212"/>
                      </a:cubicBezTo>
                      <a:cubicBezTo>
                        <a:pt x="650" y="1370"/>
                        <a:pt x="827" y="1436"/>
                        <a:pt x="996" y="1436"/>
                      </a:cubicBezTo>
                      <a:cubicBezTo>
                        <a:pt x="1543" y="1436"/>
                        <a:pt x="2013" y="743"/>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9"/>
                <p:cNvSpPr/>
                <p:nvPr/>
              </p:nvSpPr>
              <p:spPr>
                <a:xfrm>
                  <a:off x="-943650" y="276250"/>
                  <a:ext cx="50325" cy="35900"/>
                </a:xfrm>
                <a:custGeom>
                  <a:avLst/>
                  <a:gdLst/>
                  <a:ahLst/>
                  <a:cxnLst/>
                  <a:rect l="l" t="t" r="r" b="b"/>
                  <a:pathLst>
                    <a:path w="2013" h="1436" extrusionOk="0">
                      <a:moveTo>
                        <a:pt x="1049" y="0"/>
                      </a:moveTo>
                      <a:cubicBezTo>
                        <a:pt x="501" y="0"/>
                        <a:pt x="0" y="696"/>
                        <a:pt x="492" y="1212"/>
                      </a:cubicBezTo>
                      <a:cubicBezTo>
                        <a:pt x="643" y="1370"/>
                        <a:pt x="816" y="1436"/>
                        <a:pt x="983" y="1436"/>
                      </a:cubicBezTo>
                      <a:cubicBezTo>
                        <a:pt x="1525" y="1436"/>
                        <a:pt x="2013" y="742"/>
                        <a:pt x="1525" y="209"/>
                      </a:cubicBezTo>
                      <a:cubicBezTo>
                        <a:pt x="1379" y="62"/>
                        <a:pt x="1212" y="0"/>
                        <a:pt x="10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9"/>
                <p:cNvSpPr/>
                <p:nvPr/>
              </p:nvSpPr>
              <p:spPr>
                <a:xfrm>
                  <a:off x="-625325" y="-57250"/>
                  <a:ext cx="50475" cy="35725"/>
                </a:xfrm>
                <a:custGeom>
                  <a:avLst/>
                  <a:gdLst/>
                  <a:ahLst/>
                  <a:cxnLst/>
                  <a:rect l="l" t="t" r="r" b="b"/>
                  <a:pathLst>
                    <a:path w="2019" h="1429" extrusionOk="0">
                      <a:moveTo>
                        <a:pt x="1047" y="0"/>
                      </a:moveTo>
                      <a:cubicBezTo>
                        <a:pt x="491" y="0"/>
                        <a:pt x="0" y="714"/>
                        <a:pt x="495" y="1208"/>
                      </a:cubicBezTo>
                      <a:cubicBezTo>
                        <a:pt x="643" y="1363"/>
                        <a:pt x="813" y="1428"/>
                        <a:pt x="978" y="1428"/>
                      </a:cubicBezTo>
                      <a:cubicBezTo>
                        <a:pt x="1523" y="1428"/>
                        <a:pt x="2018" y="718"/>
                        <a:pt x="1528" y="205"/>
                      </a:cubicBezTo>
                      <a:cubicBezTo>
                        <a:pt x="1377" y="61"/>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9"/>
                <p:cNvSpPr/>
                <p:nvPr/>
              </p:nvSpPr>
              <p:spPr>
                <a:xfrm>
                  <a:off x="1081525" y="3719750"/>
                  <a:ext cx="50375" cy="35075"/>
                </a:xfrm>
                <a:custGeom>
                  <a:avLst/>
                  <a:gdLst/>
                  <a:ahLst/>
                  <a:cxnLst/>
                  <a:rect l="l" t="t" r="r" b="b"/>
                  <a:pathLst>
                    <a:path w="2015" h="1403" extrusionOk="0">
                      <a:moveTo>
                        <a:pt x="1038" y="0"/>
                      </a:moveTo>
                      <a:cubicBezTo>
                        <a:pt x="494" y="0"/>
                        <a:pt x="0" y="704"/>
                        <a:pt x="490" y="1194"/>
                      </a:cubicBezTo>
                      <a:cubicBezTo>
                        <a:pt x="643" y="1341"/>
                        <a:pt x="815" y="1402"/>
                        <a:pt x="980" y="1402"/>
                      </a:cubicBezTo>
                      <a:cubicBezTo>
                        <a:pt x="1533" y="1402"/>
                        <a:pt x="2014" y="713"/>
                        <a:pt x="1523" y="221"/>
                      </a:cubicBezTo>
                      <a:cubicBezTo>
                        <a:pt x="1374" y="65"/>
                        <a:pt x="1204" y="0"/>
                        <a:pt x="103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9"/>
                <p:cNvSpPr/>
                <p:nvPr/>
              </p:nvSpPr>
              <p:spPr>
                <a:xfrm>
                  <a:off x="1127050" y="4295300"/>
                  <a:ext cx="50475" cy="35725"/>
                </a:xfrm>
                <a:custGeom>
                  <a:avLst/>
                  <a:gdLst/>
                  <a:ahLst/>
                  <a:cxnLst/>
                  <a:rect l="l" t="t" r="r" b="b"/>
                  <a:pathLst>
                    <a:path w="2019" h="1429" extrusionOk="0">
                      <a:moveTo>
                        <a:pt x="1049" y="1"/>
                      </a:moveTo>
                      <a:cubicBezTo>
                        <a:pt x="501" y="1"/>
                        <a:pt x="0" y="696"/>
                        <a:pt x="492" y="1212"/>
                      </a:cubicBezTo>
                      <a:cubicBezTo>
                        <a:pt x="645" y="1365"/>
                        <a:pt x="816" y="1429"/>
                        <a:pt x="980" y="1429"/>
                      </a:cubicBezTo>
                      <a:cubicBezTo>
                        <a:pt x="1534" y="1429"/>
                        <a:pt x="2018" y="701"/>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9"/>
                <p:cNvSpPr/>
                <p:nvPr/>
              </p:nvSpPr>
              <p:spPr>
                <a:xfrm>
                  <a:off x="1924175" y="4419925"/>
                  <a:ext cx="50350" cy="35375"/>
                </a:xfrm>
                <a:custGeom>
                  <a:avLst/>
                  <a:gdLst/>
                  <a:ahLst/>
                  <a:cxnLst/>
                  <a:rect l="l" t="t" r="r" b="b"/>
                  <a:pathLst>
                    <a:path w="2014" h="1415" extrusionOk="0">
                      <a:moveTo>
                        <a:pt x="1048" y="0"/>
                      </a:moveTo>
                      <a:cubicBezTo>
                        <a:pt x="500" y="0"/>
                        <a:pt x="1" y="690"/>
                        <a:pt x="492" y="1181"/>
                      </a:cubicBezTo>
                      <a:cubicBezTo>
                        <a:pt x="657" y="1346"/>
                        <a:pt x="838" y="1415"/>
                        <a:pt x="1008" y="1415"/>
                      </a:cubicBezTo>
                      <a:cubicBezTo>
                        <a:pt x="1561" y="1415"/>
                        <a:pt x="2014" y="696"/>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781" name="Google Shape;1781;p9"/>
          <p:cNvSpPr txBox="1">
            <a:spLocks noGrp="1"/>
          </p:cNvSpPr>
          <p:nvPr>
            <p:ph type="title"/>
          </p:nvPr>
        </p:nvSpPr>
        <p:spPr>
          <a:xfrm>
            <a:off x="4171950" y="2571750"/>
            <a:ext cx="4258800" cy="627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1782" name="Google Shape;1782;p9"/>
          <p:cNvSpPr txBox="1">
            <a:spLocks noGrp="1"/>
          </p:cNvSpPr>
          <p:nvPr>
            <p:ph type="body" idx="1"/>
          </p:nvPr>
        </p:nvSpPr>
        <p:spPr>
          <a:xfrm>
            <a:off x="4171950" y="3199443"/>
            <a:ext cx="4258800" cy="14001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sz="1600"/>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98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990"/>
        <p:cNvGrpSpPr/>
        <p:nvPr/>
      </p:nvGrpSpPr>
      <p:grpSpPr>
        <a:xfrm>
          <a:off x="0" y="0"/>
          <a:ext cx="0" cy="0"/>
          <a:chOff x="0" y="0"/>
          <a:chExt cx="0" cy="0"/>
        </a:xfrm>
      </p:grpSpPr>
      <p:grpSp>
        <p:nvGrpSpPr>
          <p:cNvPr id="1991" name="Google Shape;1991;p13"/>
          <p:cNvGrpSpPr/>
          <p:nvPr/>
        </p:nvGrpSpPr>
        <p:grpSpPr>
          <a:xfrm flipH="1">
            <a:off x="2890413" y="-1150512"/>
            <a:ext cx="9036625" cy="5462925"/>
            <a:chOff x="-1554275" y="-744050"/>
            <a:chExt cx="9036625" cy="5462925"/>
          </a:xfrm>
        </p:grpSpPr>
        <p:sp>
          <p:nvSpPr>
            <p:cNvPr id="1992" name="Google Shape;1992;p13"/>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13"/>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4" name="Google Shape;1994;p13"/>
            <p:cNvGrpSpPr/>
            <p:nvPr/>
          </p:nvGrpSpPr>
          <p:grpSpPr>
            <a:xfrm>
              <a:off x="-1554275" y="-744050"/>
              <a:ext cx="9036625" cy="5462925"/>
              <a:chOff x="-1554275" y="-744050"/>
              <a:chExt cx="9036625" cy="5462925"/>
            </a:xfrm>
          </p:grpSpPr>
          <p:sp>
            <p:nvSpPr>
              <p:cNvPr id="1995" name="Google Shape;1995;p13"/>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13"/>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13"/>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13"/>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13"/>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13"/>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13"/>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13"/>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13"/>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13"/>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13"/>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13"/>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13"/>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13"/>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13"/>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13"/>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13"/>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13"/>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13"/>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13"/>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13"/>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13"/>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13"/>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13"/>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13"/>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13"/>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13"/>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13"/>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13"/>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13"/>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13"/>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13"/>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13"/>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13"/>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13"/>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13"/>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13"/>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13"/>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13"/>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13"/>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13"/>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13"/>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13"/>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13"/>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13"/>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13"/>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13"/>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13"/>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13"/>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13"/>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13"/>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13"/>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13"/>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13"/>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13"/>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13"/>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13"/>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13"/>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13"/>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13"/>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13"/>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13"/>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13"/>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13"/>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13"/>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13"/>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13"/>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13"/>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13"/>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13"/>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13"/>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13"/>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13"/>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13"/>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13"/>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13"/>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13"/>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13"/>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13"/>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13"/>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13"/>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13"/>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13"/>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13"/>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13"/>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13"/>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13"/>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13"/>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13"/>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13"/>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13"/>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13"/>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13"/>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13"/>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13"/>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13"/>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13"/>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13"/>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13"/>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13"/>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13"/>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13"/>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13"/>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13"/>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13"/>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13"/>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13"/>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13"/>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13"/>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13"/>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13"/>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13"/>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13"/>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13"/>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13"/>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13"/>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13"/>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13"/>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13"/>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13"/>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13"/>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13"/>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17" name="Google Shape;2117;p13"/>
          <p:cNvSpPr txBox="1">
            <a:spLocks noGrp="1"/>
          </p:cNvSpPr>
          <p:nvPr>
            <p:ph type="title" hasCustomPrompt="1"/>
          </p:nvPr>
        </p:nvSpPr>
        <p:spPr>
          <a:xfrm>
            <a:off x="717994" y="1536363"/>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18" name="Google Shape;2118;p13"/>
          <p:cNvSpPr txBox="1">
            <a:spLocks noGrp="1"/>
          </p:cNvSpPr>
          <p:nvPr>
            <p:ph type="subTitle" idx="1"/>
          </p:nvPr>
        </p:nvSpPr>
        <p:spPr>
          <a:xfrm>
            <a:off x="1278450" y="1536375"/>
            <a:ext cx="3285600" cy="5040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a:endParaRPr/>
          </a:p>
        </p:txBody>
      </p:sp>
      <p:sp>
        <p:nvSpPr>
          <p:cNvPr id="2119" name="Google Shape;2119;p13"/>
          <p:cNvSpPr txBox="1">
            <a:spLocks noGrp="1"/>
          </p:cNvSpPr>
          <p:nvPr>
            <p:ph type="subTitle" idx="2"/>
          </p:nvPr>
        </p:nvSpPr>
        <p:spPr>
          <a:xfrm>
            <a:off x="1278449" y="2043613"/>
            <a:ext cx="2258700" cy="5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0" name="Google Shape;2120;p13"/>
          <p:cNvSpPr txBox="1">
            <a:spLocks noGrp="1"/>
          </p:cNvSpPr>
          <p:nvPr>
            <p:ph type="title" idx="3" hasCustomPrompt="1"/>
          </p:nvPr>
        </p:nvSpPr>
        <p:spPr>
          <a:xfrm>
            <a:off x="4592704" y="1536363"/>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21" name="Google Shape;2121;p13"/>
          <p:cNvSpPr txBox="1">
            <a:spLocks noGrp="1"/>
          </p:cNvSpPr>
          <p:nvPr>
            <p:ph type="subTitle" idx="4"/>
          </p:nvPr>
        </p:nvSpPr>
        <p:spPr>
          <a:xfrm>
            <a:off x="5147526" y="1536375"/>
            <a:ext cx="32856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122" name="Google Shape;2122;p13"/>
          <p:cNvSpPr txBox="1">
            <a:spLocks noGrp="1"/>
          </p:cNvSpPr>
          <p:nvPr>
            <p:ph type="subTitle" idx="5"/>
          </p:nvPr>
        </p:nvSpPr>
        <p:spPr>
          <a:xfrm>
            <a:off x="5147519" y="2043613"/>
            <a:ext cx="2258700" cy="5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3" name="Google Shape;2123;p13"/>
          <p:cNvSpPr txBox="1">
            <a:spLocks noGrp="1"/>
          </p:cNvSpPr>
          <p:nvPr>
            <p:ph type="title" idx="6" hasCustomPrompt="1"/>
          </p:nvPr>
        </p:nvSpPr>
        <p:spPr>
          <a:xfrm>
            <a:off x="717994" y="3326299"/>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24" name="Google Shape;2124;p13"/>
          <p:cNvSpPr txBox="1">
            <a:spLocks noGrp="1"/>
          </p:cNvSpPr>
          <p:nvPr>
            <p:ph type="subTitle" idx="7"/>
          </p:nvPr>
        </p:nvSpPr>
        <p:spPr>
          <a:xfrm>
            <a:off x="1278450" y="3326302"/>
            <a:ext cx="32856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125" name="Google Shape;2125;p13"/>
          <p:cNvSpPr txBox="1">
            <a:spLocks noGrp="1"/>
          </p:cNvSpPr>
          <p:nvPr>
            <p:ph type="subTitle" idx="8"/>
          </p:nvPr>
        </p:nvSpPr>
        <p:spPr>
          <a:xfrm>
            <a:off x="1278449" y="3830263"/>
            <a:ext cx="22587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6" name="Google Shape;2126;p13"/>
          <p:cNvSpPr txBox="1">
            <a:spLocks noGrp="1"/>
          </p:cNvSpPr>
          <p:nvPr>
            <p:ph type="title" idx="9" hasCustomPrompt="1"/>
          </p:nvPr>
        </p:nvSpPr>
        <p:spPr>
          <a:xfrm>
            <a:off x="4592704" y="3326299"/>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27" name="Google Shape;2127;p13"/>
          <p:cNvSpPr txBox="1">
            <a:spLocks noGrp="1"/>
          </p:cNvSpPr>
          <p:nvPr>
            <p:ph type="subTitle" idx="13"/>
          </p:nvPr>
        </p:nvSpPr>
        <p:spPr>
          <a:xfrm>
            <a:off x="5147526" y="3326302"/>
            <a:ext cx="32856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128" name="Google Shape;2128;p13"/>
          <p:cNvSpPr txBox="1">
            <a:spLocks noGrp="1"/>
          </p:cNvSpPr>
          <p:nvPr>
            <p:ph type="subTitle" idx="14"/>
          </p:nvPr>
        </p:nvSpPr>
        <p:spPr>
          <a:xfrm>
            <a:off x="5147519" y="3830263"/>
            <a:ext cx="22587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9" name="Google Shape;2129;p13"/>
          <p:cNvSpPr txBox="1">
            <a:spLocks noGrp="1"/>
          </p:cNvSpPr>
          <p:nvPr>
            <p:ph type="title" idx="15"/>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5">
    <p:spTree>
      <p:nvGrpSpPr>
        <p:cNvPr id="1" name="Shape 2130"/>
        <p:cNvGrpSpPr/>
        <p:nvPr/>
      </p:nvGrpSpPr>
      <p:grpSpPr>
        <a:xfrm>
          <a:off x="0" y="0"/>
          <a:ext cx="0" cy="0"/>
          <a:chOff x="0" y="0"/>
          <a:chExt cx="0" cy="0"/>
        </a:xfrm>
      </p:grpSpPr>
      <p:sp>
        <p:nvSpPr>
          <p:cNvPr id="2131" name="Google Shape;2131;p14"/>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2132" name="Google Shape;2132;p14"/>
          <p:cNvGrpSpPr/>
          <p:nvPr/>
        </p:nvGrpSpPr>
        <p:grpSpPr>
          <a:xfrm rot="-7965303">
            <a:off x="934445" y="2655105"/>
            <a:ext cx="7707067" cy="7263594"/>
            <a:chOff x="2905900" y="1175475"/>
            <a:chExt cx="7706675" cy="7263225"/>
          </a:xfrm>
        </p:grpSpPr>
        <p:sp>
          <p:nvSpPr>
            <p:cNvPr id="2133" name="Google Shape;2133;p14"/>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14"/>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14"/>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14"/>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14"/>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14"/>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14"/>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14"/>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14"/>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14"/>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14"/>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14"/>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14"/>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14"/>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14"/>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14"/>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14"/>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14"/>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14"/>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14"/>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14"/>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14"/>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14"/>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14"/>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14"/>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14"/>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14"/>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14"/>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14"/>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14"/>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14"/>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14"/>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14"/>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14"/>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14"/>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14"/>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14"/>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14"/>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14"/>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14"/>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14"/>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14"/>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14"/>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14"/>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14"/>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14"/>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14"/>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14"/>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14"/>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14"/>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14"/>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14"/>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14"/>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14"/>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14"/>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14"/>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14"/>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14"/>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14"/>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14"/>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14"/>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14"/>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14"/>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14"/>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14"/>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8" name="Google Shape;2198;p14"/>
          <p:cNvGrpSpPr/>
          <p:nvPr/>
        </p:nvGrpSpPr>
        <p:grpSpPr>
          <a:xfrm rot="-7086614">
            <a:off x="3837710" y="-5493679"/>
            <a:ext cx="7707175" cy="7263697"/>
            <a:chOff x="2905900" y="1175475"/>
            <a:chExt cx="7706675" cy="7263225"/>
          </a:xfrm>
        </p:grpSpPr>
        <p:sp>
          <p:nvSpPr>
            <p:cNvPr id="2199" name="Google Shape;2199;p14"/>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14"/>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14"/>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14"/>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14"/>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14"/>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14"/>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14"/>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14"/>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14"/>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14"/>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14"/>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14"/>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14"/>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14"/>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14"/>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14"/>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14"/>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14"/>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14"/>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14"/>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14"/>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14"/>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14"/>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14"/>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14"/>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14"/>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14"/>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14"/>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14"/>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14"/>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14"/>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14"/>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14"/>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14"/>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14"/>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14"/>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14"/>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14"/>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14"/>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14"/>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14"/>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14"/>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14"/>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14"/>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14"/>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14"/>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14"/>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14"/>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14"/>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14"/>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14"/>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14"/>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14"/>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14"/>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14"/>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14"/>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14"/>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14"/>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14"/>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14"/>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14"/>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14"/>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14"/>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14"/>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6">
    <p:spTree>
      <p:nvGrpSpPr>
        <p:cNvPr id="1" name="Shape 2464"/>
        <p:cNvGrpSpPr/>
        <p:nvPr/>
      </p:nvGrpSpPr>
      <p:grpSpPr>
        <a:xfrm>
          <a:off x="0" y="0"/>
          <a:ext cx="0" cy="0"/>
          <a:chOff x="0" y="0"/>
          <a:chExt cx="0" cy="0"/>
        </a:xfrm>
      </p:grpSpPr>
      <p:grpSp>
        <p:nvGrpSpPr>
          <p:cNvPr id="2465" name="Google Shape;2465;p17"/>
          <p:cNvGrpSpPr/>
          <p:nvPr/>
        </p:nvGrpSpPr>
        <p:grpSpPr>
          <a:xfrm rot="10800000" flipH="1">
            <a:off x="-672042" y="438157"/>
            <a:ext cx="10488084" cy="6107348"/>
            <a:chOff x="-120550" y="-133450"/>
            <a:chExt cx="7847425" cy="4570000"/>
          </a:xfrm>
        </p:grpSpPr>
        <p:sp>
          <p:nvSpPr>
            <p:cNvPr id="2466" name="Google Shape;2466;p17"/>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17"/>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17"/>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17"/>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17"/>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17"/>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17"/>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17"/>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17"/>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17"/>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17"/>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17"/>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17"/>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17"/>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17"/>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17"/>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17"/>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17"/>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17"/>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17"/>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17"/>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17"/>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17"/>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17"/>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17"/>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17"/>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17"/>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17"/>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17"/>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17"/>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17"/>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17"/>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17"/>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17"/>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17"/>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17"/>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17"/>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17"/>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17"/>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17"/>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17"/>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17"/>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17"/>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17"/>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17"/>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17"/>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17"/>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17"/>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17"/>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17"/>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17"/>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17"/>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17"/>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17"/>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17"/>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17"/>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17"/>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17"/>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17"/>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17"/>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17"/>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17"/>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17"/>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17"/>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17"/>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17"/>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17"/>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17"/>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17"/>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17"/>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17"/>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17"/>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17"/>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17"/>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17"/>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17"/>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17"/>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17"/>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17"/>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17"/>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17"/>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17"/>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17"/>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17"/>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17"/>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17"/>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17"/>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17"/>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17"/>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17"/>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17"/>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17"/>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17"/>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17"/>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17"/>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17"/>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17"/>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17"/>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17"/>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17"/>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17"/>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17"/>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17"/>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17"/>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17"/>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17"/>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17"/>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17"/>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17"/>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17"/>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17"/>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17"/>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17"/>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17"/>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17"/>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17"/>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17"/>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17"/>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17"/>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17"/>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17"/>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17"/>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17"/>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17"/>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17"/>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17"/>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17"/>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17"/>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17"/>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17"/>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17"/>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17"/>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17"/>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17"/>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17"/>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17"/>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17"/>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17"/>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17"/>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17"/>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17"/>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17"/>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17"/>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17"/>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17"/>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17"/>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17"/>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17"/>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17"/>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17"/>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17"/>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17"/>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17"/>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17"/>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17"/>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17"/>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17"/>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17"/>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17"/>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17"/>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17"/>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17"/>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17"/>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17"/>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17"/>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17"/>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17"/>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7"/>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17"/>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7"/>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17"/>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17"/>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17"/>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17"/>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17"/>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17"/>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17"/>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17"/>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17"/>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17"/>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17"/>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17"/>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17"/>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17"/>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17"/>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17"/>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17"/>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17"/>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17"/>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17"/>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17"/>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17"/>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17"/>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17"/>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17"/>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17"/>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17"/>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17"/>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17"/>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17"/>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17"/>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17"/>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17"/>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17"/>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17"/>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17"/>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17"/>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17"/>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17"/>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17"/>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17"/>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17"/>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17"/>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17"/>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17"/>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17"/>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17"/>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17"/>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17"/>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17"/>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17"/>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17"/>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17"/>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17"/>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17"/>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17"/>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17"/>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17"/>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17"/>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17"/>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17"/>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17"/>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17"/>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17"/>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17"/>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17"/>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17"/>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17"/>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17"/>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17"/>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17"/>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17"/>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17"/>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17"/>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17"/>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17"/>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17"/>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17"/>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17"/>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17"/>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17"/>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17"/>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17"/>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17"/>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17"/>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17"/>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17"/>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17"/>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17"/>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17"/>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17"/>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17"/>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17"/>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17"/>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17"/>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17"/>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17"/>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17"/>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17"/>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17"/>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17"/>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17"/>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17"/>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17"/>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17"/>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17"/>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17"/>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17"/>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17"/>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17"/>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17"/>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17"/>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17"/>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17"/>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17"/>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17"/>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17"/>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17"/>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17"/>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17"/>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17"/>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17"/>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17"/>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17"/>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17"/>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17"/>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17"/>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17"/>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17"/>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17"/>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17"/>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17"/>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17"/>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17"/>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17"/>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17"/>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17"/>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17"/>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17"/>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17"/>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17"/>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17"/>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17"/>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17"/>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17"/>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17"/>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17"/>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17"/>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17"/>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17"/>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17"/>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17"/>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17"/>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9" name="Google Shape;2789;p17"/>
          <p:cNvSpPr txBox="1">
            <a:spLocks noGrp="1"/>
          </p:cNvSpPr>
          <p:nvPr>
            <p:ph type="subTitle" idx="1"/>
          </p:nvPr>
        </p:nvSpPr>
        <p:spPr>
          <a:xfrm>
            <a:off x="1095375" y="2236821"/>
            <a:ext cx="2952900" cy="1063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14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2790" name="Google Shape;2790;p17"/>
          <p:cNvSpPr txBox="1">
            <a:spLocks noGrp="1"/>
          </p:cNvSpPr>
          <p:nvPr>
            <p:ph type="title"/>
          </p:nvPr>
        </p:nvSpPr>
        <p:spPr>
          <a:xfrm>
            <a:off x="1085975" y="1615227"/>
            <a:ext cx="2952900" cy="621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8">
    <p:spTree>
      <p:nvGrpSpPr>
        <p:cNvPr id="1" name="Shape 2791"/>
        <p:cNvGrpSpPr/>
        <p:nvPr/>
      </p:nvGrpSpPr>
      <p:grpSpPr>
        <a:xfrm>
          <a:off x="0" y="0"/>
          <a:ext cx="0" cy="0"/>
          <a:chOff x="0" y="0"/>
          <a:chExt cx="0" cy="0"/>
        </a:xfrm>
      </p:grpSpPr>
      <p:grpSp>
        <p:nvGrpSpPr>
          <p:cNvPr id="2792" name="Google Shape;2792;p18"/>
          <p:cNvGrpSpPr/>
          <p:nvPr/>
        </p:nvGrpSpPr>
        <p:grpSpPr>
          <a:xfrm rot="10800000" flipH="1">
            <a:off x="-3046325" y="-455562"/>
            <a:ext cx="9206200" cy="7199075"/>
            <a:chOff x="-3560675" y="-1695025"/>
            <a:chExt cx="9206200" cy="7199075"/>
          </a:xfrm>
        </p:grpSpPr>
        <p:sp>
          <p:nvSpPr>
            <p:cNvPr id="2793" name="Google Shape;2793;p18"/>
            <p:cNvSpPr/>
            <p:nvPr/>
          </p:nvSpPr>
          <p:spPr>
            <a:xfrm>
              <a:off x="3144700" y="1760900"/>
              <a:ext cx="49725" cy="38825"/>
            </a:xfrm>
            <a:custGeom>
              <a:avLst/>
              <a:gdLst/>
              <a:ahLst/>
              <a:cxnLst/>
              <a:rect l="l" t="t" r="r" b="b"/>
              <a:pathLst>
                <a:path w="1989" h="1553" extrusionOk="0">
                  <a:moveTo>
                    <a:pt x="1058" y="1"/>
                  </a:moveTo>
                  <a:cubicBezTo>
                    <a:pt x="1040" y="1"/>
                    <a:pt x="1022" y="2"/>
                    <a:pt x="1004" y="3"/>
                  </a:cubicBezTo>
                  <a:cubicBezTo>
                    <a:pt x="1" y="33"/>
                    <a:pt x="31" y="1553"/>
                    <a:pt x="1034" y="1553"/>
                  </a:cubicBezTo>
                  <a:cubicBezTo>
                    <a:pt x="1988" y="1523"/>
                    <a:pt x="1977" y="1"/>
                    <a:pt x="10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18"/>
            <p:cNvSpPr/>
            <p:nvPr/>
          </p:nvSpPr>
          <p:spPr>
            <a:xfrm>
              <a:off x="2791350" y="1538300"/>
              <a:ext cx="49950" cy="38775"/>
            </a:xfrm>
            <a:custGeom>
              <a:avLst/>
              <a:gdLst/>
              <a:ahLst/>
              <a:cxnLst/>
              <a:rect l="l" t="t" r="r" b="b"/>
              <a:pathLst>
                <a:path w="1998" h="1551" extrusionOk="0">
                  <a:moveTo>
                    <a:pt x="1002" y="0"/>
                  </a:moveTo>
                  <a:cubicBezTo>
                    <a:pt x="993" y="0"/>
                    <a:pt x="983" y="0"/>
                    <a:pt x="973" y="1"/>
                  </a:cubicBezTo>
                  <a:cubicBezTo>
                    <a:pt x="1"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18"/>
            <p:cNvSpPr/>
            <p:nvPr/>
          </p:nvSpPr>
          <p:spPr>
            <a:xfrm>
              <a:off x="3881050" y="912150"/>
              <a:ext cx="50175" cy="39550"/>
            </a:xfrm>
            <a:custGeom>
              <a:avLst/>
              <a:gdLst/>
              <a:ahLst/>
              <a:cxnLst/>
              <a:rect l="l" t="t" r="r" b="b"/>
              <a:pathLst>
                <a:path w="2007" h="1582" extrusionOk="0">
                  <a:moveTo>
                    <a:pt x="973" y="1"/>
                  </a:moveTo>
                  <a:cubicBezTo>
                    <a:pt x="0" y="62"/>
                    <a:pt x="30" y="1581"/>
                    <a:pt x="1033" y="158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6" name="Google Shape;2796;p18"/>
            <p:cNvGrpSpPr/>
            <p:nvPr/>
          </p:nvGrpSpPr>
          <p:grpSpPr>
            <a:xfrm>
              <a:off x="-3560675" y="-1695025"/>
              <a:ext cx="9206200" cy="7199075"/>
              <a:chOff x="-3560675" y="-1695025"/>
              <a:chExt cx="9206200" cy="7199075"/>
            </a:xfrm>
          </p:grpSpPr>
          <p:sp>
            <p:nvSpPr>
              <p:cNvPr id="2797" name="Google Shape;2797;p18"/>
              <p:cNvSpPr/>
              <p:nvPr/>
            </p:nvSpPr>
            <p:spPr>
              <a:xfrm>
                <a:off x="3584675" y="-201850"/>
                <a:ext cx="50175" cy="38800"/>
              </a:xfrm>
              <a:custGeom>
                <a:avLst/>
                <a:gdLst/>
                <a:ahLst/>
                <a:cxnLst/>
                <a:rect l="l" t="t" r="r" b="b"/>
                <a:pathLst>
                  <a:path w="2007" h="1552" extrusionOk="0">
                    <a:moveTo>
                      <a:pt x="973" y="1"/>
                    </a:moveTo>
                    <a:cubicBezTo>
                      <a:pt x="1" y="31"/>
                      <a:pt x="31" y="1551"/>
                      <a:pt x="1034" y="1551"/>
                    </a:cubicBezTo>
                    <a:cubicBezTo>
                      <a:pt x="2007"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18"/>
              <p:cNvSpPr/>
              <p:nvPr/>
            </p:nvSpPr>
            <p:spPr>
              <a:xfrm>
                <a:off x="4071775" y="186450"/>
                <a:ext cx="49925" cy="39550"/>
              </a:xfrm>
              <a:custGeom>
                <a:avLst/>
                <a:gdLst/>
                <a:ahLst/>
                <a:cxnLst/>
                <a:rect l="l" t="t" r="r" b="b"/>
                <a:pathLst>
                  <a:path w="1997" h="1582" extrusionOk="0">
                    <a:moveTo>
                      <a:pt x="1032" y="1"/>
                    </a:moveTo>
                    <a:cubicBezTo>
                      <a:pt x="1023" y="1"/>
                      <a:pt x="1013" y="1"/>
                      <a:pt x="1003" y="1"/>
                    </a:cubicBezTo>
                    <a:cubicBezTo>
                      <a:pt x="0" y="62"/>
                      <a:pt x="31" y="1582"/>
                      <a:pt x="1034" y="1582"/>
                    </a:cubicBezTo>
                    <a:cubicBezTo>
                      <a:pt x="199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18"/>
              <p:cNvSpPr/>
              <p:nvPr/>
            </p:nvSpPr>
            <p:spPr>
              <a:xfrm>
                <a:off x="4755675" y="-352300"/>
                <a:ext cx="50175" cy="39550"/>
              </a:xfrm>
              <a:custGeom>
                <a:avLst/>
                <a:gdLst/>
                <a:ahLst/>
                <a:cxnLst/>
                <a:rect l="l" t="t" r="r" b="b"/>
                <a:pathLst>
                  <a:path w="2007" h="1582" extrusionOk="0">
                    <a:moveTo>
                      <a:pt x="1004" y="1"/>
                    </a:moveTo>
                    <a:cubicBezTo>
                      <a:pt x="0" y="61"/>
                      <a:pt x="31" y="1581"/>
                      <a:pt x="1034" y="1581"/>
                    </a:cubicBezTo>
                    <a:cubicBezTo>
                      <a:pt x="2007" y="1520"/>
                      <a:pt x="1976"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18"/>
              <p:cNvSpPr/>
              <p:nvPr/>
            </p:nvSpPr>
            <p:spPr>
              <a:xfrm>
                <a:off x="5595350" y="406075"/>
                <a:ext cx="50175" cy="38775"/>
              </a:xfrm>
              <a:custGeom>
                <a:avLst/>
                <a:gdLst/>
                <a:ahLst/>
                <a:cxnLst/>
                <a:rect l="l" t="t" r="r" b="b"/>
                <a:pathLst>
                  <a:path w="2007" h="1551" extrusionOk="0">
                    <a:moveTo>
                      <a:pt x="1004" y="0"/>
                    </a:moveTo>
                    <a:cubicBezTo>
                      <a:pt x="1" y="31"/>
                      <a:pt x="31" y="1551"/>
                      <a:pt x="1034" y="1551"/>
                    </a:cubicBezTo>
                    <a:cubicBezTo>
                      <a:pt x="2007" y="1520"/>
                      <a:pt x="1976"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18"/>
              <p:cNvSpPr/>
              <p:nvPr/>
            </p:nvSpPr>
            <p:spPr>
              <a:xfrm>
                <a:off x="1941075" y="5468575"/>
                <a:ext cx="50675" cy="35475"/>
              </a:xfrm>
              <a:custGeom>
                <a:avLst/>
                <a:gdLst/>
                <a:ahLst/>
                <a:cxnLst/>
                <a:rect l="l" t="t" r="r" b="b"/>
                <a:pathLst>
                  <a:path w="2027" h="1419" extrusionOk="0">
                    <a:moveTo>
                      <a:pt x="1041" y="0"/>
                    </a:moveTo>
                    <a:cubicBezTo>
                      <a:pt x="495" y="0"/>
                      <a:pt x="1" y="690"/>
                      <a:pt x="516" y="1181"/>
                    </a:cubicBezTo>
                    <a:cubicBezTo>
                      <a:pt x="669" y="1349"/>
                      <a:pt x="844" y="1419"/>
                      <a:pt x="1014" y="1419"/>
                    </a:cubicBezTo>
                    <a:cubicBezTo>
                      <a:pt x="1551" y="1419"/>
                      <a:pt x="2027" y="717"/>
                      <a:pt x="1519" y="208"/>
                    </a:cubicBezTo>
                    <a:cubicBezTo>
                      <a:pt x="1372" y="62"/>
                      <a:pt x="1204" y="0"/>
                      <a:pt x="10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2" name="Google Shape;2802;p18"/>
              <p:cNvGrpSpPr/>
              <p:nvPr/>
            </p:nvGrpSpPr>
            <p:grpSpPr>
              <a:xfrm>
                <a:off x="-3560675" y="-1695025"/>
                <a:ext cx="9184925" cy="7184775"/>
                <a:chOff x="-3560675" y="-1695025"/>
                <a:chExt cx="9184925" cy="7184775"/>
              </a:xfrm>
            </p:grpSpPr>
            <p:sp>
              <p:nvSpPr>
                <p:cNvPr id="2803" name="Google Shape;2803;p18"/>
                <p:cNvSpPr/>
                <p:nvPr/>
              </p:nvSpPr>
              <p:spPr>
                <a:xfrm>
                  <a:off x="-1101575" y="-1682675"/>
                  <a:ext cx="6725825" cy="4350200"/>
                </a:xfrm>
                <a:custGeom>
                  <a:avLst/>
                  <a:gdLst/>
                  <a:ahLst/>
                  <a:cxnLst/>
                  <a:rect l="l" t="t" r="r" b="b"/>
                  <a:pathLst>
                    <a:path w="269033" h="174008" extrusionOk="0">
                      <a:moveTo>
                        <a:pt x="59302" y="540"/>
                      </a:moveTo>
                      <a:lnTo>
                        <a:pt x="70458" y="37653"/>
                      </a:lnTo>
                      <a:lnTo>
                        <a:pt x="70458" y="37653"/>
                      </a:lnTo>
                      <a:lnTo>
                        <a:pt x="20365" y="22790"/>
                      </a:lnTo>
                      <a:lnTo>
                        <a:pt x="59302" y="540"/>
                      </a:lnTo>
                      <a:close/>
                      <a:moveTo>
                        <a:pt x="103984" y="31635"/>
                      </a:moveTo>
                      <a:lnTo>
                        <a:pt x="93984" y="45769"/>
                      </a:lnTo>
                      <a:cubicBezTo>
                        <a:pt x="93893" y="45860"/>
                        <a:pt x="93953" y="45981"/>
                        <a:pt x="94014" y="46042"/>
                      </a:cubicBezTo>
                      <a:lnTo>
                        <a:pt x="94045" y="46073"/>
                      </a:lnTo>
                      <a:lnTo>
                        <a:pt x="91036" y="54431"/>
                      </a:lnTo>
                      <a:lnTo>
                        <a:pt x="71066" y="38170"/>
                      </a:lnTo>
                      <a:lnTo>
                        <a:pt x="103984" y="31635"/>
                      </a:lnTo>
                      <a:close/>
                      <a:moveTo>
                        <a:pt x="129516" y="12334"/>
                      </a:moveTo>
                      <a:lnTo>
                        <a:pt x="116446" y="58048"/>
                      </a:lnTo>
                      <a:lnTo>
                        <a:pt x="94409" y="45921"/>
                      </a:lnTo>
                      <a:lnTo>
                        <a:pt x="129516" y="12334"/>
                      </a:lnTo>
                      <a:close/>
                      <a:moveTo>
                        <a:pt x="49363" y="35221"/>
                      </a:moveTo>
                      <a:lnTo>
                        <a:pt x="70640" y="38170"/>
                      </a:lnTo>
                      <a:lnTo>
                        <a:pt x="70640" y="38322"/>
                      </a:lnTo>
                      <a:lnTo>
                        <a:pt x="87054" y="64401"/>
                      </a:lnTo>
                      <a:lnTo>
                        <a:pt x="87054" y="64401"/>
                      </a:lnTo>
                      <a:lnTo>
                        <a:pt x="49363" y="35221"/>
                      </a:lnTo>
                      <a:close/>
                      <a:moveTo>
                        <a:pt x="71643" y="39142"/>
                      </a:moveTo>
                      <a:lnTo>
                        <a:pt x="90975" y="54796"/>
                      </a:lnTo>
                      <a:lnTo>
                        <a:pt x="87510" y="64401"/>
                      </a:lnTo>
                      <a:lnTo>
                        <a:pt x="71643" y="39142"/>
                      </a:lnTo>
                      <a:close/>
                      <a:moveTo>
                        <a:pt x="49454" y="35799"/>
                      </a:moveTo>
                      <a:lnTo>
                        <a:pt x="86689" y="64644"/>
                      </a:lnTo>
                      <a:lnTo>
                        <a:pt x="62707" y="60511"/>
                      </a:lnTo>
                      <a:lnTo>
                        <a:pt x="62707" y="60359"/>
                      </a:lnTo>
                      <a:lnTo>
                        <a:pt x="49454" y="35799"/>
                      </a:lnTo>
                      <a:close/>
                      <a:moveTo>
                        <a:pt x="20335" y="23185"/>
                      </a:moveTo>
                      <a:lnTo>
                        <a:pt x="68786" y="37531"/>
                      </a:lnTo>
                      <a:lnTo>
                        <a:pt x="48846" y="34765"/>
                      </a:lnTo>
                      <a:lnTo>
                        <a:pt x="48755" y="34765"/>
                      </a:lnTo>
                      <a:lnTo>
                        <a:pt x="48634" y="34644"/>
                      </a:lnTo>
                      <a:cubicBezTo>
                        <a:pt x="48608" y="34618"/>
                        <a:pt x="48571" y="34609"/>
                        <a:pt x="48533" y="34609"/>
                      </a:cubicBezTo>
                      <a:cubicBezTo>
                        <a:pt x="48481" y="34609"/>
                        <a:pt x="48425" y="34626"/>
                        <a:pt x="48390" y="34644"/>
                      </a:cubicBezTo>
                      <a:lnTo>
                        <a:pt x="15593" y="66985"/>
                      </a:lnTo>
                      <a:lnTo>
                        <a:pt x="20335" y="23185"/>
                      </a:lnTo>
                      <a:close/>
                      <a:moveTo>
                        <a:pt x="91248" y="55039"/>
                      </a:moveTo>
                      <a:lnTo>
                        <a:pt x="111583" y="71514"/>
                      </a:lnTo>
                      <a:lnTo>
                        <a:pt x="87753" y="64827"/>
                      </a:lnTo>
                      <a:lnTo>
                        <a:pt x="91248" y="55039"/>
                      </a:lnTo>
                      <a:close/>
                      <a:moveTo>
                        <a:pt x="94349" y="46346"/>
                      </a:moveTo>
                      <a:lnTo>
                        <a:pt x="116325" y="58444"/>
                      </a:lnTo>
                      <a:lnTo>
                        <a:pt x="112525" y="71787"/>
                      </a:lnTo>
                      <a:lnTo>
                        <a:pt x="91400" y="54675"/>
                      </a:lnTo>
                      <a:lnTo>
                        <a:pt x="94349" y="46346"/>
                      </a:lnTo>
                      <a:close/>
                      <a:moveTo>
                        <a:pt x="129820" y="12759"/>
                      </a:moveTo>
                      <a:lnTo>
                        <a:pt x="150672" y="76863"/>
                      </a:lnTo>
                      <a:lnTo>
                        <a:pt x="116781" y="58231"/>
                      </a:lnTo>
                      <a:lnTo>
                        <a:pt x="129820" y="12759"/>
                      </a:lnTo>
                      <a:close/>
                      <a:moveTo>
                        <a:pt x="130216" y="12729"/>
                      </a:moveTo>
                      <a:lnTo>
                        <a:pt x="172557" y="68201"/>
                      </a:lnTo>
                      <a:lnTo>
                        <a:pt x="153286" y="78262"/>
                      </a:lnTo>
                      <a:lnTo>
                        <a:pt x="151158" y="77137"/>
                      </a:lnTo>
                      <a:lnTo>
                        <a:pt x="130216" y="12729"/>
                      </a:lnTo>
                      <a:close/>
                      <a:moveTo>
                        <a:pt x="151341" y="77684"/>
                      </a:moveTo>
                      <a:lnTo>
                        <a:pt x="152921" y="78535"/>
                      </a:lnTo>
                      <a:lnTo>
                        <a:pt x="151797" y="79113"/>
                      </a:lnTo>
                      <a:lnTo>
                        <a:pt x="151341" y="77684"/>
                      </a:lnTo>
                      <a:close/>
                      <a:moveTo>
                        <a:pt x="87753" y="65191"/>
                      </a:moveTo>
                      <a:lnTo>
                        <a:pt x="111796" y="71970"/>
                      </a:lnTo>
                      <a:lnTo>
                        <a:pt x="88421" y="81423"/>
                      </a:lnTo>
                      <a:lnTo>
                        <a:pt x="87753" y="65191"/>
                      </a:lnTo>
                      <a:close/>
                      <a:moveTo>
                        <a:pt x="63315" y="61027"/>
                      </a:moveTo>
                      <a:lnTo>
                        <a:pt x="87358" y="65131"/>
                      </a:lnTo>
                      <a:lnTo>
                        <a:pt x="88057" y="81575"/>
                      </a:lnTo>
                      <a:lnTo>
                        <a:pt x="87327" y="81848"/>
                      </a:lnTo>
                      <a:lnTo>
                        <a:pt x="63315" y="61027"/>
                      </a:lnTo>
                      <a:close/>
                      <a:moveTo>
                        <a:pt x="88087" y="81939"/>
                      </a:moveTo>
                      <a:lnTo>
                        <a:pt x="88118" y="82487"/>
                      </a:lnTo>
                      <a:lnTo>
                        <a:pt x="87722" y="82152"/>
                      </a:lnTo>
                      <a:lnTo>
                        <a:pt x="88087" y="81939"/>
                      </a:lnTo>
                      <a:close/>
                      <a:moveTo>
                        <a:pt x="62494" y="60723"/>
                      </a:moveTo>
                      <a:cubicBezTo>
                        <a:pt x="62494" y="60754"/>
                        <a:pt x="62524" y="60814"/>
                        <a:pt x="62555" y="60875"/>
                      </a:cubicBezTo>
                      <a:lnTo>
                        <a:pt x="86993" y="82031"/>
                      </a:lnTo>
                      <a:lnTo>
                        <a:pt x="83801" y="83338"/>
                      </a:lnTo>
                      <a:lnTo>
                        <a:pt x="44895" y="70359"/>
                      </a:lnTo>
                      <a:lnTo>
                        <a:pt x="62494" y="60723"/>
                      </a:lnTo>
                      <a:close/>
                      <a:moveTo>
                        <a:pt x="87297" y="82304"/>
                      </a:moveTo>
                      <a:lnTo>
                        <a:pt x="88118" y="83003"/>
                      </a:lnTo>
                      <a:lnTo>
                        <a:pt x="88209" y="84797"/>
                      </a:lnTo>
                      <a:lnTo>
                        <a:pt x="88209" y="84797"/>
                      </a:lnTo>
                      <a:lnTo>
                        <a:pt x="84318" y="83520"/>
                      </a:lnTo>
                      <a:lnTo>
                        <a:pt x="87297" y="82304"/>
                      </a:lnTo>
                      <a:close/>
                      <a:moveTo>
                        <a:pt x="88543" y="83368"/>
                      </a:moveTo>
                      <a:lnTo>
                        <a:pt x="91431" y="85860"/>
                      </a:lnTo>
                      <a:lnTo>
                        <a:pt x="88604" y="84918"/>
                      </a:lnTo>
                      <a:lnTo>
                        <a:pt x="88543" y="83368"/>
                      </a:lnTo>
                      <a:close/>
                      <a:moveTo>
                        <a:pt x="45229" y="70906"/>
                      </a:moveTo>
                      <a:lnTo>
                        <a:pt x="83193" y="83550"/>
                      </a:lnTo>
                      <a:lnTo>
                        <a:pt x="62403" y="91940"/>
                      </a:lnTo>
                      <a:lnTo>
                        <a:pt x="45229" y="70906"/>
                      </a:lnTo>
                      <a:close/>
                      <a:moveTo>
                        <a:pt x="116659" y="58626"/>
                      </a:moveTo>
                      <a:lnTo>
                        <a:pt x="150824" y="77380"/>
                      </a:lnTo>
                      <a:lnTo>
                        <a:pt x="151432" y="79265"/>
                      </a:lnTo>
                      <a:lnTo>
                        <a:pt x="120641" y="95313"/>
                      </a:lnTo>
                      <a:cubicBezTo>
                        <a:pt x="120580" y="95374"/>
                        <a:pt x="120550" y="95435"/>
                        <a:pt x="120550" y="95526"/>
                      </a:cubicBezTo>
                      <a:lnTo>
                        <a:pt x="120550" y="95557"/>
                      </a:lnTo>
                      <a:cubicBezTo>
                        <a:pt x="120550" y="95557"/>
                        <a:pt x="120489" y="95526"/>
                        <a:pt x="120459" y="95526"/>
                      </a:cubicBezTo>
                      <a:lnTo>
                        <a:pt x="92343" y="86164"/>
                      </a:lnTo>
                      <a:lnTo>
                        <a:pt x="88513" y="82821"/>
                      </a:lnTo>
                      <a:lnTo>
                        <a:pt x="88482" y="81818"/>
                      </a:lnTo>
                      <a:lnTo>
                        <a:pt x="112404" y="72122"/>
                      </a:lnTo>
                      <a:lnTo>
                        <a:pt x="112586" y="72152"/>
                      </a:lnTo>
                      <a:cubicBezTo>
                        <a:pt x="112608" y="72157"/>
                        <a:pt x="112629" y="72160"/>
                        <a:pt x="112650" y="72160"/>
                      </a:cubicBezTo>
                      <a:cubicBezTo>
                        <a:pt x="112747" y="72160"/>
                        <a:pt x="112829" y="72105"/>
                        <a:pt x="112829" y="72030"/>
                      </a:cubicBezTo>
                      <a:lnTo>
                        <a:pt x="116659" y="58626"/>
                      </a:lnTo>
                      <a:close/>
                      <a:moveTo>
                        <a:pt x="151553" y="79660"/>
                      </a:moveTo>
                      <a:lnTo>
                        <a:pt x="158088" y="99721"/>
                      </a:lnTo>
                      <a:lnTo>
                        <a:pt x="158088" y="99721"/>
                      </a:lnTo>
                      <a:lnTo>
                        <a:pt x="121370" y="95435"/>
                      </a:lnTo>
                      <a:lnTo>
                        <a:pt x="151553" y="79660"/>
                      </a:lnTo>
                      <a:close/>
                      <a:moveTo>
                        <a:pt x="172770" y="68535"/>
                      </a:moveTo>
                      <a:lnTo>
                        <a:pt x="199670" y="103855"/>
                      </a:lnTo>
                      <a:lnTo>
                        <a:pt x="153711" y="78535"/>
                      </a:lnTo>
                      <a:lnTo>
                        <a:pt x="172770" y="68535"/>
                      </a:lnTo>
                      <a:close/>
                      <a:moveTo>
                        <a:pt x="83771" y="83702"/>
                      </a:moveTo>
                      <a:lnTo>
                        <a:pt x="88209" y="85192"/>
                      </a:lnTo>
                      <a:lnTo>
                        <a:pt x="89181" y="107988"/>
                      </a:lnTo>
                      <a:lnTo>
                        <a:pt x="64135" y="108657"/>
                      </a:lnTo>
                      <a:lnTo>
                        <a:pt x="62646" y="92304"/>
                      </a:lnTo>
                      <a:lnTo>
                        <a:pt x="83771" y="83702"/>
                      </a:lnTo>
                      <a:close/>
                      <a:moveTo>
                        <a:pt x="93102" y="86863"/>
                      </a:moveTo>
                      <a:lnTo>
                        <a:pt x="120276" y="95891"/>
                      </a:lnTo>
                      <a:lnTo>
                        <a:pt x="124744" y="114250"/>
                      </a:lnTo>
                      <a:lnTo>
                        <a:pt x="93102" y="86863"/>
                      </a:lnTo>
                      <a:close/>
                      <a:moveTo>
                        <a:pt x="15654" y="68261"/>
                      </a:moveTo>
                      <a:lnTo>
                        <a:pt x="44469" y="70480"/>
                      </a:lnTo>
                      <a:cubicBezTo>
                        <a:pt x="44469" y="70511"/>
                        <a:pt x="44469" y="70541"/>
                        <a:pt x="44500" y="70602"/>
                      </a:cubicBezTo>
                      <a:lnTo>
                        <a:pt x="62038" y="92092"/>
                      </a:lnTo>
                      <a:lnTo>
                        <a:pt x="8724" y="114311"/>
                      </a:lnTo>
                      <a:lnTo>
                        <a:pt x="15654" y="68261"/>
                      </a:lnTo>
                      <a:close/>
                      <a:moveTo>
                        <a:pt x="88634" y="85344"/>
                      </a:moveTo>
                      <a:lnTo>
                        <a:pt x="92160" y="86529"/>
                      </a:lnTo>
                      <a:lnTo>
                        <a:pt x="124805" y="114797"/>
                      </a:lnTo>
                      <a:lnTo>
                        <a:pt x="109364" y="128323"/>
                      </a:lnTo>
                      <a:lnTo>
                        <a:pt x="89607" y="108262"/>
                      </a:lnTo>
                      <a:lnTo>
                        <a:pt x="89607" y="108171"/>
                      </a:lnTo>
                      <a:lnTo>
                        <a:pt x="88634" y="85344"/>
                      </a:lnTo>
                      <a:close/>
                      <a:moveTo>
                        <a:pt x="63132" y="109417"/>
                      </a:moveTo>
                      <a:lnTo>
                        <a:pt x="42706" y="137624"/>
                      </a:lnTo>
                      <a:lnTo>
                        <a:pt x="9180" y="115101"/>
                      </a:lnTo>
                      <a:lnTo>
                        <a:pt x="63132" y="109417"/>
                      </a:lnTo>
                      <a:close/>
                      <a:moveTo>
                        <a:pt x="158636" y="100146"/>
                      </a:moveTo>
                      <a:lnTo>
                        <a:pt x="200126" y="105010"/>
                      </a:lnTo>
                      <a:lnTo>
                        <a:pt x="171067" y="138445"/>
                      </a:lnTo>
                      <a:lnTo>
                        <a:pt x="171067" y="138384"/>
                      </a:lnTo>
                      <a:lnTo>
                        <a:pt x="158636" y="100146"/>
                      </a:lnTo>
                      <a:close/>
                      <a:moveTo>
                        <a:pt x="62251" y="92456"/>
                      </a:moveTo>
                      <a:lnTo>
                        <a:pt x="63771" y="108931"/>
                      </a:lnTo>
                      <a:lnTo>
                        <a:pt x="63771" y="108961"/>
                      </a:lnTo>
                      <a:cubicBezTo>
                        <a:pt x="63801" y="109052"/>
                        <a:pt x="63892" y="109113"/>
                        <a:pt x="63953" y="109113"/>
                      </a:cubicBezTo>
                      <a:lnTo>
                        <a:pt x="89090" y="108444"/>
                      </a:lnTo>
                      <a:lnTo>
                        <a:pt x="44956" y="139144"/>
                      </a:lnTo>
                      <a:lnTo>
                        <a:pt x="43071" y="137837"/>
                      </a:lnTo>
                      <a:lnTo>
                        <a:pt x="63710" y="109326"/>
                      </a:lnTo>
                      <a:cubicBezTo>
                        <a:pt x="63740" y="109235"/>
                        <a:pt x="63740" y="109174"/>
                        <a:pt x="63710" y="109083"/>
                      </a:cubicBezTo>
                      <a:cubicBezTo>
                        <a:pt x="63649" y="109022"/>
                        <a:pt x="63588" y="108961"/>
                        <a:pt x="63497" y="108961"/>
                      </a:cubicBezTo>
                      <a:lnTo>
                        <a:pt x="8663" y="114736"/>
                      </a:lnTo>
                      <a:lnTo>
                        <a:pt x="62251" y="92456"/>
                      </a:lnTo>
                      <a:close/>
                      <a:moveTo>
                        <a:pt x="156812" y="129721"/>
                      </a:moveTo>
                      <a:lnTo>
                        <a:pt x="170794" y="138597"/>
                      </a:lnTo>
                      <a:lnTo>
                        <a:pt x="133377" y="150694"/>
                      </a:lnTo>
                      <a:lnTo>
                        <a:pt x="133377" y="150694"/>
                      </a:lnTo>
                      <a:lnTo>
                        <a:pt x="156812" y="129721"/>
                      </a:lnTo>
                      <a:close/>
                      <a:moveTo>
                        <a:pt x="120611" y="95678"/>
                      </a:moveTo>
                      <a:lnTo>
                        <a:pt x="120611" y="95678"/>
                      </a:lnTo>
                      <a:cubicBezTo>
                        <a:pt x="120641" y="95709"/>
                        <a:pt x="120702" y="95709"/>
                        <a:pt x="120732" y="95709"/>
                      </a:cubicBezTo>
                      <a:lnTo>
                        <a:pt x="158240" y="100116"/>
                      </a:lnTo>
                      <a:lnTo>
                        <a:pt x="170551" y="137989"/>
                      </a:lnTo>
                      <a:lnTo>
                        <a:pt x="156903" y="129296"/>
                      </a:lnTo>
                      <a:cubicBezTo>
                        <a:pt x="156865" y="129283"/>
                        <a:pt x="156833" y="129276"/>
                        <a:pt x="156801" y="129276"/>
                      </a:cubicBezTo>
                      <a:cubicBezTo>
                        <a:pt x="156756" y="129276"/>
                        <a:pt x="156713" y="129291"/>
                        <a:pt x="156660" y="129326"/>
                      </a:cubicBezTo>
                      <a:lnTo>
                        <a:pt x="132465" y="150998"/>
                      </a:lnTo>
                      <a:lnTo>
                        <a:pt x="132191" y="151059"/>
                      </a:lnTo>
                      <a:lnTo>
                        <a:pt x="125352" y="114827"/>
                      </a:lnTo>
                      <a:cubicBezTo>
                        <a:pt x="125352" y="114767"/>
                        <a:pt x="125322" y="114736"/>
                        <a:pt x="125291" y="114706"/>
                      </a:cubicBezTo>
                      <a:lnTo>
                        <a:pt x="125200" y="114675"/>
                      </a:lnTo>
                      <a:lnTo>
                        <a:pt x="120611" y="95678"/>
                      </a:lnTo>
                      <a:close/>
                      <a:moveTo>
                        <a:pt x="125018" y="115101"/>
                      </a:moveTo>
                      <a:lnTo>
                        <a:pt x="131827" y="151120"/>
                      </a:lnTo>
                      <a:lnTo>
                        <a:pt x="131827" y="151120"/>
                      </a:lnTo>
                      <a:lnTo>
                        <a:pt x="109638" y="128627"/>
                      </a:lnTo>
                      <a:lnTo>
                        <a:pt x="125018" y="115101"/>
                      </a:lnTo>
                      <a:close/>
                      <a:moveTo>
                        <a:pt x="89425" y="108627"/>
                      </a:moveTo>
                      <a:lnTo>
                        <a:pt x="109060" y="128566"/>
                      </a:lnTo>
                      <a:lnTo>
                        <a:pt x="81157" y="153035"/>
                      </a:lnTo>
                      <a:lnTo>
                        <a:pt x="45260" y="139387"/>
                      </a:lnTo>
                      <a:lnTo>
                        <a:pt x="89425" y="108627"/>
                      </a:lnTo>
                      <a:close/>
                      <a:moveTo>
                        <a:pt x="42828" y="138110"/>
                      </a:moveTo>
                      <a:lnTo>
                        <a:pt x="44895" y="139478"/>
                      </a:lnTo>
                      <a:cubicBezTo>
                        <a:pt x="44925" y="139509"/>
                        <a:pt x="44956" y="139509"/>
                        <a:pt x="45047" y="139509"/>
                      </a:cubicBezTo>
                      <a:lnTo>
                        <a:pt x="45047" y="139661"/>
                      </a:lnTo>
                      <a:lnTo>
                        <a:pt x="58877" y="164342"/>
                      </a:lnTo>
                      <a:lnTo>
                        <a:pt x="17265" y="173491"/>
                      </a:lnTo>
                      <a:lnTo>
                        <a:pt x="17265" y="173491"/>
                      </a:lnTo>
                      <a:lnTo>
                        <a:pt x="42828" y="138110"/>
                      </a:lnTo>
                      <a:close/>
                      <a:moveTo>
                        <a:pt x="59359" y="1"/>
                      </a:moveTo>
                      <a:cubicBezTo>
                        <a:pt x="59333" y="1"/>
                        <a:pt x="59302" y="8"/>
                        <a:pt x="59272" y="23"/>
                      </a:cubicBezTo>
                      <a:lnTo>
                        <a:pt x="20365" y="22334"/>
                      </a:lnTo>
                      <a:lnTo>
                        <a:pt x="19241" y="2850"/>
                      </a:lnTo>
                      <a:cubicBezTo>
                        <a:pt x="19241" y="2789"/>
                        <a:pt x="19150" y="2698"/>
                        <a:pt x="19089" y="2668"/>
                      </a:cubicBezTo>
                      <a:cubicBezTo>
                        <a:pt x="19068" y="2654"/>
                        <a:pt x="19048" y="2648"/>
                        <a:pt x="19028" y="2648"/>
                      </a:cubicBezTo>
                      <a:cubicBezTo>
                        <a:pt x="18958" y="2648"/>
                        <a:pt x="18893" y="2719"/>
                        <a:pt x="18846" y="2789"/>
                      </a:cubicBezTo>
                      <a:lnTo>
                        <a:pt x="61" y="42000"/>
                      </a:lnTo>
                      <a:cubicBezTo>
                        <a:pt x="0" y="42091"/>
                        <a:pt x="61" y="42212"/>
                        <a:pt x="122" y="42243"/>
                      </a:cubicBezTo>
                      <a:cubicBezTo>
                        <a:pt x="149" y="42261"/>
                        <a:pt x="175" y="42268"/>
                        <a:pt x="202" y="42268"/>
                      </a:cubicBezTo>
                      <a:cubicBezTo>
                        <a:pt x="267" y="42268"/>
                        <a:pt x="331" y="42225"/>
                        <a:pt x="396" y="42182"/>
                      </a:cubicBezTo>
                      <a:lnTo>
                        <a:pt x="18846" y="3640"/>
                      </a:lnTo>
                      <a:lnTo>
                        <a:pt x="19970" y="22729"/>
                      </a:lnTo>
                      <a:cubicBezTo>
                        <a:pt x="19970" y="22790"/>
                        <a:pt x="20001" y="22850"/>
                        <a:pt x="20031" y="22881"/>
                      </a:cubicBezTo>
                      <a:cubicBezTo>
                        <a:pt x="20001" y="22911"/>
                        <a:pt x="20001" y="22942"/>
                        <a:pt x="20001" y="23002"/>
                      </a:cubicBezTo>
                      <a:lnTo>
                        <a:pt x="15168" y="67502"/>
                      </a:lnTo>
                      <a:cubicBezTo>
                        <a:pt x="15168" y="67593"/>
                        <a:pt x="15198" y="67653"/>
                        <a:pt x="15289" y="67714"/>
                      </a:cubicBezTo>
                      <a:cubicBezTo>
                        <a:pt x="15312" y="67725"/>
                        <a:pt x="15338" y="67732"/>
                        <a:pt x="15365" y="67732"/>
                      </a:cubicBezTo>
                      <a:cubicBezTo>
                        <a:pt x="15413" y="67732"/>
                        <a:pt x="15464" y="67711"/>
                        <a:pt x="15502" y="67653"/>
                      </a:cubicBezTo>
                      <a:lnTo>
                        <a:pt x="48542" y="35069"/>
                      </a:lnTo>
                      <a:lnTo>
                        <a:pt x="48694" y="35191"/>
                      </a:lnTo>
                      <a:lnTo>
                        <a:pt x="62251" y="60359"/>
                      </a:lnTo>
                      <a:lnTo>
                        <a:pt x="44560" y="70085"/>
                      </a:lnTo>
                      <a:lnTo>
                        <a:pt x="15502" y="67897"/>
                      </a:lnTo>
                      <a:cubicBezTo>
                        <a:pt x="15411" y="67897"/>
                        <a:pt x="15320" y="67988"/>
                        <a:pt x="15320" y="68049"/>
                      </a:cubicBezTo>
                      <a:lnTo>
                        <a:pt x="8298" y="114645"/>
                      </a:lnTo>
                      <a:cubicBezTo>
                        <a:pt x="8298" y="114706"/>
                        <a:pt x="8298" y="114797"/>
                        <a:pt x="8359" y="114827"/>
                      </a:cubicBezTo>
                      <a:cubicBezTo>
                        <a:pt x="8420" y="114858"/>
                        <a:pt x="8450" y="114858"/>
                        <a:pt x="8481" y="114858"/>
                      </a:cubicBezTo>
                      <a:cubicBezTo>
                        <a:pt x="8481" y="114888"/>
                        <a:pt x="8450" y="114888"/>
                        <a:pt x="8450" y="114949"/>
                      </a:cubicBezTo>
                      <a:cubicBezTo>
                        <a:pt x="8450" y="115010"/>
                        <a:pt x="8450" y="115101"/>
                        <a:pt x="8511" y="115162"/>
                      </a:cubicBezTo>
                      <a:lnTo>
                        <a:pt x="42524" y="137958"/>
                      </a:lnTo>
                      <a:lnTo>
                        <a:pt x="16657" y="173704"/>
                      </a:lnTo>
                      <a:cubicBezTo>
                        <a:pt x="16627" y="173795"/>
                        <a:pt x="16627" y="173856"/>
                        <a:pt x="16657" y="173947"/>
                      </a:cubicBezTo>
                      <a:cubicBezTo>
                        <a:pt x="16688" y="174008"/>
                        <a:pt x="16779" y="174008"/>
                        <a:pt x="16809" y="174008"/>
                      </a:cubicBezTo>
                      <a:lnTo>
                        <a:pt x="16840" y="174008"/>
                      </a:lnTo>
                      <a:lnTo>
                        <a:pt x="59211" y="164707"/>
                      </a:lnTo>
                      <a:cubicBezTo>
                        <a:pt x="59302" y="164707"/>
                        <a:pt x="59333" y="164676"/>
                        <a:pt x="59363" y="164585"/>
                      </a:cubicBezTo>
                      <a:cubicBezTo>
                        <a:pt x="59394" y="164555"/>
                        <a:pt x="59363" y="164463"/>
                        <a:pt x="59363" y="164403"/>
                      </a:cubicBezTo>
                      <a:lnTo>
                        <a:pt x="45685" y="139965"/>
                      </a:lnTo>
                      <a:lnTo>
                        <a:pt x="81218" y="153460"/>
                      </a:lnTo>
                      <a:cubicBezTo>
                        <a:pt x="81236" y="153469"/>
                        <a:pt x="81256" y="153473"/>
                        <a:pt x="81277" y="153473"/>
                      </a:cubicBezTo>
                      <a:cubicBezTo>
                        <a:pt x="81327" y="153473"/>
                        <a:pt x="81379" y="153451"/>
                        <a:pt x="81400" y="153430"/>
                      </a:cubicBezTo>
                      <a:lnTo>
                        <a:pt x="109395" y="128870"/>
                      </a:lnTo>
                      <a:lnTo>
                        <a:pt x="131979" y="151788"/>
                      </a:lnTo>
                      <a:cubicBezTo>
                        <a:pt x="132009" y="151819"/>
                        <a:pt x="132055" y="151834"/>
                        <a:pt x="132104" y="151834"/>
                      </a:cubicBezTo>
                      <a:cubicBezTo>
                        <a:pt x="132153" y="151834"/>
                        <a:pt x="132206" y="151819"/>
                        <a:pt x="132252" y="151788"/>
                      </a:cubicBezTo>
                      <a:lnTo>
                        <a:pt x="132738" y="151363"/>
                      </a:lnTo>
                      <a:lnTo>
                        <a:pt x="171219" y="138931"/>
                      </a:lnTo>
                      <a:cubicBezTo>
                        <a:pt x="171250" y="138931"/>
                        <a:pt x="171311" y="138901"/>
                        <a:pt x="171311" y="138901"/>
                      </a:cubicBezTo>
                      <a:lnTo>
                        <a:pt x="200703" y="105040"/>
                      </a:lnTo>
                      <a:cubicBezTo>
                        <a:pt x="200734" y="105010"/>
                        <a:pt x="200794" y="104949"/>
                        <a:pt x="200734" y="104858"/>
                      </a:cubicBezTo>
                      <a:cubicBezTo>
                        <a:pt x="200703" y="104797"/>
                        <a:pt x="200673" y="104736"/>
                        <a:pt x="200582" y="104736"/>
                      </a:cubicBezTo>
                      <a:lnTo>
                        <a:pt x="158544" y="99812"/>
                      </a:lnTo>
                      <a:lnTo>
                        <a:pt x="151918" y="79508"/>
                      </a:lnTo>
                      <a:lnTo>
                        <a:pt x="153286" y="78809"/>
                      </a:lnTo>
                      <a:lnTo>
                        <a:pt x="200338" y="104645"/>
                      </a:lnTo>
                      <a:cubicBezTo>
                        <a:pt x="200361" y="104656"/>
                        <a:pt x="200391" y="104663"/>
                        <a:pt x="200422" y="104663"/>
                      </a:cubicBezTo>
                      <a:cubicBezTo>
                        <a:pt x="200476" y="104663"/>
                        <a:pt x="200532" y="104642"/>
                        <a:pt x="200551" y="104584"/>
                      </a:cubicBezTo>
                      <a:cubicBezTo>
                        <a:pt x="200582" y="104523"/>
                        <a:pt x="200642" y="104432"/>
                        <a:pt x="200551" y="104371"/>
                      </a:cubicBezTo>
                      <a:lnTo>
                        <a:pt x="173134" y="68413"/>
                      </a:lnTo>
                      <a:lnTo>
                        <a:pt x="188332" y="60480"/>
                      </a:lnTo>
                      <a:lnTo>
                        <a:pt x="207694" y="75769"/>
                      </a:lnTo>
                      <a:cubicBezTo>
                        <a:pt x="207740" y="75784"/>
                        <a:pt x="207778" y="75792"/>
                        <a:pt x="207816" y="75792"/>
                      </a:cubicBezTo>
                      <a:cubicBezTo>
                        <a:pt x="207854" y="75792"/>
                        <a:pt x="207892" y="75784"/>
                        <a:pt x="207937" y="75769"/>
                      </a:cubicBezTo>
                      <a:lnTo>
                        <a:pt x="235081" y="54249"/>
                      </a:lnTo>
                      <a:lnTo>
                        <a:pt x="268638" y="84523"/>
                      </a:lnTo>
                      <a:cubicBezTo>
                        <a:pt x="268683" y="84569"/>
                        <a:pt x="268729" y="84591"/>
                        <a:pt x="268774" y="84591"/>
                      </a:cubicBezTo>
                      <a:cubicBezTo>
                        <a:pt x="268820" y="84591"/>
                        <a:pt x="268866" y="84569"/>
                        <a:pt x="268911" y="84523"/>
                      </a:cubicBezTo>
                      <a:cubicBezTo>
                        <a:pt x="269033" y="84401"/>
                        <a:pt x="269033" y="84280"/>
                        <a:pt x="268942" y="84189"/>
                      </a:cubicBezTo>
                      <a:lnTo>
                        <a:pt x="235263" y="53793"/>
                      </a:lnTo>
                      <a:cubicBezTo>
                        <a:pt x="235233" y="53763"/>
                        <a:pt x="235187" y="53748"/>
                        <a:pt x="235142" y="53748"/>
                      </a:cubicBezTo>
                      <a:cubicBezTo>
                        <a:pt x="235096" y="53748"/>
                        <a:pt x="235050" y="53763"/>
                        <a:pt x="235020" y="53793"/>
                      </a:cubicBezTo>
                      <a:lnTo>
                        <a:pt x="207846" y="75252"/>
                      </a:lnTo>
                      <a:lnTo>
                        <a:pt x="188484" y="60024"/>
                      </a:lnTo>
                      <a:cubicBezTo>
                        <a:pt x="188420" y="60003"/>
                        <a:pt x="188370" y="59981"/>
                        <a:pt x="188326" y="59981"/>
                      </a:cubicBezTo>
                      <a:cubicBezTo>
                        <a:pt x="188307" y="59981"/>
                        <a:pt x="188289" y="59985"/>
                        <a:pt x="188271" y="59994"/>
                      </a:cubicBezTo>
                      <a:lnTo>
                        <a:pt x="172891" y="68049"/>
                      </a:lnTo>
                      <a:lnTo>
                        <a:pt x="129912" y="11726"/>
                      </a:lnTo>
                      <a:cubicBezTo>
                        <a:pt x="129881" y="11695"/>
                        <a:pt x="129851" y="11665"/>
                        <a:pt x="129760" y="11665"/>
                      </a:cubicBezTo>
                      <a:cubicBezTo>
                        <a:pt x="129729" y="11665"/>
                        <a:pt x="129668" y="11665"/>
                        <a:pt x="129608" y="11695"/>
                      </a:cubicBezTo>
                      <a:lnTo>
                        <a:pt x="95443" y="44370"/>
                      </a:lnTo>
                      <a:lnTo>
                        <a:pt x="104562" y="31483"/>
                      </a:lnTo>
                      <a:cubicBezTo>
                        <a:pt x="104622" y="31422"/>
                        <a:pt x="104622" y="31331"/>
                        <a:pt x="104562" y="31270"/>
                      </a:cubicBezTo>
                      <a:cubicBezTo>
                        <a:pt x="104539" y="31202"/>
                        <a:pt x="104499" y="31167"/>
                        <a:pt x="104442" y="31167"/>
                      </a:cubicBezTo>
                      <a:cubicBezTo>
                        <a:pt x="104423" y="31167"/>
                        <a:pt x="104402" y="31171"/>
                        <a:pt x="104379" y="31179"/>
                      </a:cubicBezTo>
                      <a:lnTo>
                        <a:pt x="70944" y="37805"/>
                      </a:lnTo>
                      <a:lnTo>
                        <a:pt x="70883" y="37775"/>
                      </a:lnTo>
                      <a:lnTo>
                        <a:pt x="59546" y="145"/>
                      </a:lnTo>
                      <a:cubicBezTo>
                        <a:pt x="59546" y="84"/>
                        <a:pt x="59485" y="23"/>
                        <a:pt x="59424" y="23"/>
                      </a:cubicBezTo>
                      <a:cubicBezTo>
                        <a:pt x="59409" y="8"/>
                        <a:pt x="59386" y="1"/>
                        <a:pt x="593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18"/>
                <p:cNvSpPr/>
                <p:nvPr/>
              </p:nvSpPr>
              <p:spPr>
                <a:xfrm>
                  <a:off x="90700" y="-831025"/>
                  <a:ext cx="50925" cy="39525"/>
                </a:xfrm>
                <a:custGeom>
                  <a:avLst/>
                  <a:gdLst/>
                  <a:ahLst/>
                  <a:cxnLst/>
                  <a:rect l="l" t="t" r="r" b="b"/>
                  <a:pathLst>
                    <a:path w="2037" h="1581" extrusionOk="0">
                      <a:moveTo>
                        <a:pt x="1003" y="0"/>
                      </a:moveTo>
                      <a:cubicBezTo>
                        <a:pt x="0" y="61"/>
                        <a:pt x="31" y="1581"/>
                        <a:pt x="1034" y="1581"/>
                      </a:cubicBezTo>
                      <a:cubicBezTo>
                        <a:pt x="2037"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18"/>
                <p:cNvSpPr/>
                <p:nvPr/>
              </p:nvSpPr>
              <p:spPr>
                <a:xfrm>
                  <a:off x="-8100" y="55725"/>
                  <a:ext cx="49725" cy="38825"/>
                </a:xfrm>
                <a:custGeom>
                  <a:avLst/>
                  <a:gdLst/>
                  <a:ahLst/>
                  <a:cxnLst/>
                  <a:rect l="l" t="t" r="r" b="b"/>
                  <a:pathLst>
                    <a:path w="1989" h="1553" extrusionOk="0">
                      <a:moveTo>
                        <a:pt x="1058" y="0"/>
                      </a:moveTo>
                      <a:cubicBezTo>
                        <a:pt x="1040" y="0"/>
                        <a:pt x="1022" y="1"/>
                        <a:pt x="1004" y="2"/>
                      </a:cubicBezTo>
                      <a:cubicBezTo>
                        <a:pt x="1" y="32"/>
                        <a:pt x="31" y="1552"/>
                        <a:pt x="1034" y="1552"/>
                      </a:cubicBezTo>
                      <a:cubicBezTo>
                        <a:pt x="1989" y="1522"/>
                        <a:pt x="1977" y="0"/>
                        <a:pt x="10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18"/>
                <p:cNvSpPr/>
                <p:nvPr/>
              </p:nvSpPr>
              <p:spPr>
                <a:xfrm>
                  <a:off x="434925" y="-187400"/>
                  <a:ext cx="50175" cy="38775"/>
                </a:xfrm>
                <a:custGeom>
                  <a:avLst/>
                  <a:gdLst/>
                  <a:ahLst/>
                  <a:cxnLst/>
                  <a:rect l="l" t="t" r="r" b="b"/>
                  <a:pathLst>
                    <a:path w="2007" h="1551" extrusionOk="0">
                      <a:moveTo>
                        <a:pt x="973" y="0"/>
                      </a:moveTo>
                      <a:cubicBezTo>
                        <a:pt x="0" y="31"/>
                        <a:pt x="31" y="1551"/>
                        <a:pt x="1034" y="1551"/>
                      </a:cubicBezTo>
                      <a:cubicBezTo>
                        <a:pt x="2007" y="1520"/>
                        <a:pt x="1976"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18"/>
                <p:cNvSpPr/>
                <p:nvPr/>
              </p:nvSpPr>
              <p:spPr>
                <a:xfrm>
                  <a:off x="639325" y="-751250"/>
                  <a:ext cx="49950" cy="39550"/>
                </a:xfrm>
                <a:custGeom>
                  <a:avLst/>
                  <a:gdLst/>
                  <a:ahLst/>
                  <a:cxnLst/>
                  <a:rect l="l" t="t" r="r" b="b"/>
                  <a:pathLst>
                    <a:path w="1998" h="1582" extrusionOk="0">
                      <a:moveTo>
                        <a:pt x="1003" y="0"/>
                      </a:moveTo>
                      <a:cubicBezTo>
                        <a:pt x="993" y="0"/>
                        <a:pt x="984" y="1"/>
                        <a:pt x="974" y="1"/>
                      </a:cubicBezTo>
                      <a:cubicBezTo>
                        <a:pt x="1" y="62"/>
                        <a:pt x="31" y="1581"/>
                        <a:pt x="1004" y="158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18"/>
                <p:cNvSpPr/>
                <p:nvPr/>
              </p:nvSpPr>
              <p:spPr>
                <a:xfrm>
                  <a:off x="1061075" y="-81050"/>
                  <a:ext cx="49700" cy="38800"/>
                </a:xfrm>
                <a:custGeom>
                  <a:avLst/>
                  <a:gdLst/>
                  <a:ahLst/>
                  <a:cxnLst/>
                  <a:rect l="l" t="t" r="r" b="b"/>
                  <a:pathLst>
                    <a:path w="1988" h="1552" extrusionOk="0">
                      <a:moveTo>
                        <a:pt x="1029" y="0"/>
                      </a:moveTo>
                      <a:cubicBezTo>
                        <a:pt x="1011" y="0"/>
                        <a:pt x="992" y="1"/>
                        <a:pt x="973" y="2"/>
                      </a:cubicBezTo>
                      <a:cubicBezTo>
                        <a:pt x="1" y="32"/>
                        <a:pt x="31" y="1552"/>
                        <a:pt x="100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18"/>
                <p:cNvSpPr/>
                <p:nvPr/>
              </p:nvSpPr>
              <p:spPr>
                <a:xfrm>
                  <a:off x="1229000" y="-547600"/>
                  <a:ext cx="49950" cy="38800"/>
                </a:xfrm>
                <a:custGeom>
                  <a:avLst/>
                  <a:gdLst/>
                  <a:ahLst/>
                  <a:cxnLst/>
                  <a:rect l="l" t="t" r="r" b="b"/>
                  <a:pathLst>
                    <a:path w="1998" h="1552" extrusionOk="0">
                      <a:moveTo>
                        <a:pt x="1003" y="0"/>
                      </a:moveTo>
                      <a:cubicBezTo>
                        <a:pt x="993" y="0"/>
                        <a:pt x="984" y="1"/>
                        <a:pt x="974" y="1"/>
                      </a:cubicBezTo>
                      <a:cubicBezTo>
                        <a:pt x="1" y="31"/>
                        <a:pt x="31" y="1551"/>
                        <a:pt x="1034" y="155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18"/>
                <p:cNvSpPr/>
                <p:nvPr/>
              </p:nvSpPr>
              <p:spPr>
                <a:xfrm>
                  <a:off x="430375" y="602875"/>
                  <a:ext cx="50175" cy="38800"/>
                </a:xfrm>
                <a:custGeom>
                  <a:avLst/>
                  <a:gdLst/>
                  <a:ahLst/>
                  <a:cxnLst/>
                  <a:rect l="l" t="t" r="r" b="b"/>
                  <a:pathLst>
                    <a:path w="2007" h="1552" extrusionOk="0">
                      <a:moveTo>
                        <a:pt x="973" y="1"/>
                      </a:moveTo>
                      <a:cubicBezTo>
                        <a:pt x="0" y="31"/>
                        <a:pt x="31" y="1551"/>
                        <a:pt x="1003" y="155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18"/>
                <p:cNvSpPr/>
                <p:nvPr/>
              </p:nvSpPr>
              <p:spPr>
                <a:xfrm>
                  <a:off x="1108200" y="1003325"/>
                  <a:ext cx="49925" cy="39550"/>
                </a:xfrm>
                <a:custGeom>
                  <a:avLst/>
                  <a:gdLst/>
                  <a:ahLst/>
                  <a:cxnLst/>
                  <a:rect l="l" t="t" r="r" b="b"/>
                  <a:pathLst>
                    <a:path w="1997" h="1582" extrusionOk="0">
                      <a:moveTo>
                        <a:pt x="1032" y="1"/>
                      </a:moveTo>
                      <a:cubicBezTo>
                        <a:pt x="1022" y="1"/>
                        <a:pt x="1013" y="1"/>
                        <a:pt x="1003" y="1"/>
                      </a:cubicBezTo>
                      <a:cubicBezTo>
                        <a:pt x="0" y="62"/>
                        <a:pt x="30" y="1582"/>
                        <a:pt x="1034" y="1582"/>
                      </a:cubicBezTo>
                      <a:cubicBezTo>
                        <a:pt x="1997" y="1492"/>
                        <a:pt x="1976"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18"/>
                <p:cNvSpPr/>
                <p:nvPr/>
              </p:nvSpPr>
              <p:spPr>
                <a:xfrm>
                  <a:off x="1688750" y="95275"/>
                  <a:ext cx="49950" cy="38775"/>
                </a:xfrm>
                <a:custGeom>
                  <a:avLst/>
                  <a:gdLst/>
                  <a:ahLst/>
                  <a:cxnLst/>
                  <a:rect l="l" t="t" r="r" b="b"/>
                  <a:pathLst>
                    <a:path w="1998" h="1551" extrusionOk="0">
                      <a:moveTo>
                        <a:pt x="1002" y="0"/>
                      </a:moveTo>
                      <a:cubicBezTo>
                        <a:pt x="992" y="0"/>
                        <a:pt x="983" y="0"/>
                        <a:pt x="973" y="1"/>
                      </a:cubicBezTo>
                      <a:cubicBezTo>
                        <a:pt x="0"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18"/>
                <p:cNvSpPr/>
                <p:nvPr/>
              </p:nvSpPr>
              <p:spPr>
                <a:xfrm>
                  <a:off x="-2025" y="1782975"/>
                  <a:ext cx="49950" cy="39550"/>
                </a:xfrm>
                <a:custGeom>
                  <a:avLst/>
                  <a:gdLst/>
                  <a:ahLst/>
                  <a:cxnLst/>
                  <a:rect l="l" t="t" r="r" b="b"/>
                  <a:pathLst>
                    <a:path w="1998" h="1582" extrusionOk="0">
                      <a:moveTo>
                        <a:pt x="1003" y="1"/>
                      </a:moveTo>
                      <a:cubicBezTo>
                        <a:pt x="993" y="1"/>
                        <a:pt x="983" y="1"/>
                        <a:pt x="974" y="1"/>
                      </a:cubicBezTo>
                      <a:cubicBezTo>
                        <a:pt x="1" y="62"/>
                        <a:pt x="31" y="1582"/>
                        <a:pt x="1004" y="1582"/>
                      </a:cubicBezTo>
                      <a:cubicBezTo>
                        <a:pt x="1997" y="1522"/>
                        <a:pt x="1977" y="1"/>
                        <a:pt x="100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18"/>
                <p:cNvSpPr/>
                <p:nvPr/>
              </p:nvSpPr>
              <p:spPr>
                <a:xfrm>
                  <a:off x="472925" y="1020025"/>
                  <a:ext cx="49725" cy="38825"/>
                </a:xfrm>
                <a:custGeom>
                  <a:avLst/>
                  <a:gdLst/>
                  <a:ahLst/>
                  <a:cxnLst/>
                  <a:rect l="l" t="t" r="r" b="b"/>
                  <a:pathLst>
                    <a:path w="1989" h="1553" extrusionOk="0">
                      <a:moveTo>
                        <a:pt x="1029" y="0"/>
                      </a:moveTo>
                      <a:cubicBezTo>
                        <a:pt x="1010" y="0"/>
                        <a:pt x="992" y="1"/>
                        <a:pt x="973" y="2"/>
                      </a:cubicBezTo>
                      <a:cubicBezTo>
                        <a:pt x="0" y="32"/>
                        <a:pt x="31" y="1552"/>
                        <a:pt x="103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18"/>
                <p:cNvSpPr/>
                <p:nvPr/>
              </p:nvSpPr>
              <p:spPr>
                <a:xfrm>
                  <a:off x="906050" y="2131775"/>
                  <a:ext cx="50175" cy="39550"/>
                </a:xfrm>
                <a:custGeom>
                  <a:avLst/>
                  <a:gdLst/>
                  <a:ahLst/>
                  <a:cxnLst/>
                  <a:rect l="l" t="t" r="r" b="b"/>
                  <a:pathLst>
                    <a:path w="2007" h="1582" extrusionOk="0">
                      <a:moveTo>
                        <a:pt x="973" y="1"/>
                      </a:moveTo>
                      <a:cubicBezTo>
                        <a:pt x="1" y="62"/>
                        <a:pt x="31" y="1581"/>
                        <a:pt x="1034" y="1581"/>
                      </a:cubicBezTo>
                      <a:cubicBezTo>
                        <a:pt x="2007" y="1521"/>
                        <a:pt x="1977"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18"/>
                <p:cNvSpPr/>
                <p:nvPr/>
              </p:nvSpPr>
              <p:spPr>
                <a:xfrm>
                  <a:off x="1998025" y="1166700"/>
                  <a:ext cx="50700" cy="38800"/>
                </a:xfrm>
                <a:custGeom>
                  <a:avLst/>
                  <a:gdLst/>
                  <a:ahLst/>
                  <a:cxnLst/>
                  <a:rect l="l" t="t" r="r" b="b"/>
                  <a:pathLst>
                    <a:path w="2028" h="1552" extrusionOk="0">
                      <a:moveTo>
                        <a:pt x="1032" y="1"/>
                      </a:moveTo>
                      <a:cubicBezTo>
                        <a:pt x="1023" y="1"/>
                        <a:pt x="1013" y="1"/>
                        <a:pt x="1004" y="1"/>
                      </a:cubicBezTo>
                      <a:cubicBezTo>
                        <a:pt x="0" y="32"/>
                        <a:pt x="61" y="1552"/>
                        <a:pt x="1034" y="1552"/>
                      </a:cubicBezTo>
                      <a:cubicBezTo>
                        <a:pt x="202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18"/>
                <p:cNvSpPr/>
                <p:nvPr/>
              </p:nvSpPr>
              <p:spPr>
                <a:xfrm>
                  <a:off x="1883275" y="694075"/>
                  <a:ext cx="51700" cy="38775"/>
                </a:xfrm>
                <a:custGeom>
                  <a:avLst/>
                  <a:gdLst/>
                  <a:ahLst/>
                  <a:cxnLst/>
                  <a:rect l="l" t="t" r="r" b="b"/>
                  <a:pathLst>
                    <a:path w="2068" h="1551" extrusionOk="0">
                      <a:moveTo>
                        <a:pt x="1004" y="0"/>
                      </a:moveTo>
                      <a:cubicBezTo>
                        <a:pt x="1" y="31"/>
                        <a:pt x="31" y="1550"/>
                        <a:pt x="1034" y="1550"/>
                      </a:cubicBezTo>
                      <a:cubicBezTo>
                        <a:pt x="2068" y="1520"/>
                        <a:pt x="2007"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18"/>
                <p:cNvSpPr/>
                <p:nvPr/>
              </p:nvSpPr>
              <p:spPr>
                <a:xfrm>
                  <a:off x="2175850" y="2087675"/>
                  <a:ext cx="51175" cy="38800"/>
                </a:xfrm>
                <a:custGeom>
                  <a:avLst/>
                  <a:gdLst/>
                  <a:ahLst/>
                  <a:cxnLst/>
                  <a:rect l="l" t="t" r="r" b="b"/>
                  <a:pathLst>
                    <a:path w="2047" h="1552" extrusionOk="0">
                      <a:moveTo>
                        <a:pt x="1061" y="0"/>
                      </a:moveTo>
                      <a:cubicBezTo>
                        <a:pt x="1042" y="0"/>
                        <a:pt x="1023" y="1"/>
                        <a:pt x="1003" y="2"/>
                      </a:cubicBezTo>
                      <a:cubicBezTo>
                        <a:pt x="0" y="32"/>
                        <a:pt x="30" y="1552"/>
                        <a:pt x="1033" y="1552"/>
                      </a:cubicBezTo>
                      <a:cubicBezTo>
                        <a:pt x="2047" y="1463"/>
                        <a:pt x="2008" y="0"/>
                        <a:pt x="106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18"/>
                <p:cNvSpPr/>
                <p:nvPr/>
              </p:nvSpPr>
              <p:spPr>
                <a:xfrm>
                  <a:off x="1482825" y="-914625"/>
                  <a:ext cx="49925" cy="39550"/>
                </a:xfrm>
                <a:custGeom>
                  <a:avLst/>
                  <a:gdLst/>
                  <a:ahLst/>
                  <a:cxnLst/>
                  <a:rect l="l" t="t" r="r" b="b"/>
                  <a:pathLst>
                    <a:path w="1997" h="1582" extrusionOk="0">
                      <a:moveTo>
                        <a:pt x="1001" y="0"/>
                      </a:moveTo>
                      <a:cubicBezTo>
                        <a:pt x="992" y="0"/>
                        <a:pt x="982" y="1"/>
                        <a:pt x="973" y="1"/>
                      </a:cubicBezTo>
                      <a:cubicBezTo>
                        <a:pt x="0" y="62"/>
                        <a:pt x="31" y="1581"/>
                        <a:pt x="1003" y="158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18"/>
                <p:cNvSpPr/>
                <p:nvPr/>
              </p:nvSpPr>
              <p:spPr>
                <a:xfrm>
                  <a:off x="2118850" y="-1399425"/>
                  <a:ext cx="50175" cy="38775"/>
                </a:xfrm>
                <a:custGeom>
                  <a:avLst/>
                  <a:gdLst/>
                  <a:ahLst/>
                  <a:cxnLst/>
                  <a:rect l="l" t="t" r="r" b="b"/>
                  <a:pathLst>
                    <a:path w="2007" h="1551" extrusionOk="0">
                      <a:moveTo>
                        <a:pt x="1003" y="0"/>
                      </a:moveTo>
                      <a:cubicBezTo>
                        <a:pt x="0" y="31"/>
                        <a:pt x="31" y="1551"/>
                        <a:pt x="1034" y="1551"/>
                      </a:cubicBezTo>
                      <a:cubicBezTo>
                        <a:pt x="2006"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18"/>
                <p:cNvSpPr/>
                <p:nvPr/>
              </p:nvSpPr>
              <p:spPr>
                <a:xfrm>
                  <a:off x="358175" y="-1695025"/>
                  <a:ext cx="50175" cy="38775"/>
                </a:xfrm>
                <a:custGeom>
                  <a:avLst/>
                  <a:gdLst/>
                  <a:ahLst/>
                  <a:cxnLst/>
                  <a:rect l="l" t="t" r="r" b="b"/>
                  <a:pathLst>
                    <a:path w="2007" h="1551" extrusionOk="0">
                      <a:moveTo>
                        <a:pt x="973" y="1"/>
                      </a:moveTo>
                      <a:cubicBezTo>
                        <a:pt x="1" y="31"/>
                        <a:pt x="31" y="1551"/>
                        <a:pt x="1004" y="1551"/>
                      </a:cubicBezTo>
                      <a:cubicBezTo>
                        <a:pt x="2007" y="1520"/>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18"/>
                <p:cNvSpPr/>
                <p:nvPr/>
              </p:nvSpPr>
              <p:spPr>
                <a:xfrm>
                  <a:off x="354375" y="2412175"/>
                  <a:ext cx="49925" cy="38775"/>
                </a:xfrm>
                <a:custGeom>
                  <a:avLst/>
                  <a:gdLst/>
                  <a:ahLst/>
                  <a:cxnLst/>
                  <a:rect l="l" t="t" r="r" b="b"/>
                  <a:pathLst>
                    <a:path w="1997" h="1551" extrusionOk="0">
                      <a:moveTo>
                        <a:pt x="1001" y="0"/>
                      </a:moveTo>
                      <a:cubicBezTo>
                        <a:pt x="992" y="0"/>
                        <a:pt x="983" y="0"/>
                        <a:pt x="973" y="1"/>
                      </a:cubicBezTo>
                      <a:cubicBezTo>
                        <a:pt x="1" y="31"/>
                        <a:pt x="31" y="1551"/>
                        <a:pt x="1004" y="155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18"/>
                <p:cNvSpPr/>
                <p:nvPr/>
              </p:nvSpPr>
              <p:spPr>
                <a:xfrm>
                  <a:off x="-702625" y="2644700"/>
                  <a:ext cx="50675" cy="39550"/>
                </a:xfrm>
                <a:custGeom>
                  <a:avLst/>
                  <a:gdLst/>
                  <a:ahLst/>
                  <a:cxnLst/>
                  <a:rect l="l" t="t" r="r" b="b"/>
                  <a:pathLst>
                    <a:path w="2027" h="1582" extrusionOk="0">
                      <a:moveTo>
                        <a:pt x="1031" y="0"/>
                      </a:moveTo>
                      <a:cubicBezTo>
                        <a:pt x="1022" y="0"/>
                        <a:pt x="1013" y="0"/>
                        <a:pt x="1003" y="1"/>
                      </a:cubicBezTo>
                      <a:cubicBezTo>
                        <a:pt x="0" y="62"/>
                        <a:pt x="61" y="1581"/>
                        <a:pt x="1034" y="1581"/>
                      </a:cubicBezTo>
                      <a:cubicBezTo>
                        <a:pt x="2027" y="1521"/>
                        <a:pt x="1977" y="0"/>
                        <a:pt x="103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18"/>
                <p:cNvSpPr/>
                <p:nvPr/>
              </p:nvSpPr>
              <p:spPr>
                <a:xfrm>
                  <a:off x="-911600" y="1169000"/>
                  <a:ext cx="50675" cy="38775"/>
                </a:xfrm>
                <a:custGeom>
                  <a:avLst/>
                  <a:gdLst/>
                  <a:ahLst/>
                  <a:cxnLst/>
                  <a:rect l="l" t="t" r="r" b="b"/>
                  <a:pathLst>
                    <a:path w="2027" h="1551" extrusionOk="0">
                      <a:moveTo>
                        <a:pt x="1032" y="0"/>
                      </a:moveTo>
                      <a:cubicBezTo>
                        <a:pt x="1023" y="0"/>
                        <a:pt x="1013" y="0"/>
                        <a:pt x="1003" y="1"/>
                      </a:cubicBezTo>
                      <a:cubicBezTo>
                        <a:pt x="0" y="31"/>
                        <a:pt x="61" y="1551"/>
                        <a:pt x="1034" y="1551"/>
                      </a:cubicBezTo>
                      <a:cubicBezTo>
                        <a:pt x="2027" y="149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18"/>
                <p:cNvSpPr/>
                <p:nvPr/>
              </p:nvSpPr>
              <p:spPr>
                <a:xfrm>
                  <a:off x="-735300" y="-475"/>
                  <a:ext cx="49925" cy="38775"/>
                </a:xfrm>
                <a:custGeom>
                  <a:avLst/>
                  <a:gdLst/>
                  <a:ahLst/>
                  <a:cxnLst/>
                  <a:rect l="l" t="t" r="r" b="b"/>
                  <a:pathLst>
                    <a:path w="1997" h="1551" extrusionOk="0">
                      <a:moveTo>
                        <a:pt x="1002" y="0"/>
                      </a:moveTo>
                      <a:cubicBezTo>
                        <a:pt x="993" y="0"/>
                        <a:pt x="983" y="0"/>
                        <a:pt x="973" y="1"/>
                      </a:cubicBezTo>
                      <a:cubicBezTo>
                        <a:pt x="0" y="31"/>
                        <a:pt x="31" y="1551"/>
                        <a:pt x="1003" y="1551"/>
                      </a:cubicBezTo>
                      <a:cubicBezTo>
                        <a:pt x="1996" y="1491"/>
                        <a:pt x="197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18"/>
                <p:cNvSpPr/>
                <p:nvPr/>
              </p:nvSpPr>
              <p:spPr>
                <a:xfrm>
                  <a:off x="-1120575" y="-650175"/>
                  <a:ext cx="50700" cy="38775"/>
                </a:xfrm>
                <a:custGeom>
                  <a:avLst/>
                  <a:gdLst/>
                  <a:ahLst/>
                  <a:cxnLst/>
                  <a:rect l="l" t="t" r="r" b="b"/>
                  <a:pathLst>
                    <a:path w="2028" h="1551" extrusionOk="0">
                      <a:moveTo>
                        <a:pt x="1032" y="0"/>
                      </a:moveTo>
                      <a:cubicBezTo>
                        <a:pt x="1022" y="0"/>
                        <a:pt x="1013" y="0"/>
                        <a:pt x="1004" y="1"/>
                      </a:cubicBezTo>
                      <a:cubicBezTo>
                        <a:pt x="0" y="31"/>
                        <a:pt x="61" y="1551"/>
                        <a:pt x="1034" y="1551"/>
                      </a:cubicBezTo>
                      <a:cubicBezTo>
                        <a:pt x="2027" y="152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18"/>
                <p:cNvSpPr/>
                <p:nvPr/>
              </p:nvSpPr>
              <p:spPr>
                <a:xfrm>
                  <a:off x="-618275" y="-1134975"/>
                  <a:ext cx="50175" cy="39525"/>
                </a:xfrm>
                <a:custGeom>
                  <a:avLst/>
                  <a:gdLst/>
                  <a:ahLst/>
                  <a:cxnLst/>
                  <a:rect l="l" t="t" r="r" b="b"/>
                  <a:pathLst>
                    <a:path w="2007" h="1581" extrusionOk="0">
                      <a:moveTo>
                        <a:pt x="973" y="0"/>
                      </a:moveTo>
                      <a:cubicBezTo>
                        <a:pt x="0" y="61"/>
                        <a:pt x="30" y="1581"/>
                        <a:pt x="1003" y="1581"/>
                      </a:cubicBezTo>
                      <a:cubicBezTo>
                        <a:pt x="2006" y="1520"/>
                        <a:pt x="1945"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18"/>
                <p:cNvSpPr/>
                <p:nvPr/>
              </p:nvSpPr>
              <p:spPr>
                <a:xfrm>
                  <a:off x="-649450" y="-1630450"/>
                  <a:ext cx="50700" cy="38800"/>
                </a:xfrm>
                <a:custGeom>
                  <a:avLst/>
                  <a:gdLst/>
                  <a:ahLst/>
                  <a:cxnLst/>
                  <a:rect l="l" t="t" r="r" b="b"/>
                  <a:pathLst>
                    <a:path w="2028" h="1552" extrusionOk="0">
                      <a:moveTo>
                        <a:pt x="1032" y="1"/>
                      </a:moveTo>
                      <a:cubicBezTo>
                        <a:pt x="1023" y="1"/>
                        <a:pt x="1013" y="1"/>
                        <a:pt x="1004" y="1"/>
                      </a:cubicBezTo>
                      <a:cubicBezTo>
                        <a:pt x="1" y="32"/>
                        <a:pt x="62" y="1551"/>
                        <a:pt x="1034" y="1551"/>
                      </a:cubicBezTo>
                      <a:lnTo>
                        <a:pt x="1034" y="1551"/>
                      </a:lnTo>
                      <a:cubicBezTo>
                        <a:pt x="2028" y="1521"/>
                        <a:pt x="1978"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18"/>
                <p:cNvSpPr/>
                <p:nvPr/>
              </p:nvSpPr>
              <p:spPr>
                <a:xfrm>
                  <a:off x="-3541600" y="-45575"/>
                  <a:ext cx="5511525" cy="5535325"/>
                </a:xfrm>
                <a:custGeom>
                  <a:avLst/>
                  <a:gdLst/>
                  <a:ahLst/>
                  <a:cxnLst/>
                  <a:rect l="l" t="t" r="r" b="b"/>
                  <a:pathLst>
                    <a:path w="220461" h="221413" extrusionOk="0">
                      <a:moveTo>
                        <a:pt x="104684" y="13993"/>
                      </a:moveTo>
                      <a:lnTo>
                        <a:pt x="125535" y="55909"/>
                      </a:lnTo>
                      <a:lnTo>
                        <a:pt x="114745" y="40559"/>
                      </a:lnTo>
                      <a:lnTo>
                        <a:pt x="114745" y="40407"/>
                      </a:lnTo>
                      <a:cubicBezTo>
                        <a:pt x="114745" y="40346"/>
                        <a:pt x="114684" y="40255"/>
                        <a:pt x="114593" y="40255"/>
                      </a:cubicBezTo>
                      <a:lnTo>
                        <a:pt x="71917" y="38462"/>
                      </a:lnTo>
                      <a:lnTo>
                        <a:pt x="104684" y="13993"/>
                      </a:lnTo>
                      <a:close/>
                      <a:moveTo>
                        <a:pt x="104896" y="13750"/>
                      </a:moveTo>
                      <a:lnTo>
                        <a:pt x="144654" y="26000"/>
                      </a:lnTo>
                      <a:lnTo>
                        <a:pt x="126477" y="57094"/>
                      </a:lnTo>
                      <a:lnTo>
                        <a:pt x="104896" y="13750"/>
                      </a:lnTo>
                      <a:close/>
                      <a:moveTo>
                        <a:pt x="126477" y="57854"/>
                      </a:moveTo>
                      <a:lnTo>
                        <a:pt x="151797" y="76061"/>
                      </a:lnTo>
                      <a:lnTo>
                        <a:pt x="135870" y="78219"/>
                      </a:lnTo>
                      <a:cubicBezTo>
                        <a:pt x="135809" y="78219"/>
                        <a:pt x="135718" y="78280"/>
                        <a:pt x="135718" y="78402"/>
                      </a:cubicBezTo>
                      <a:lnTo>
                        <a:pt x="135718" y="78432"/>
                      </a:lnTo>
                      <a:lnTo>
                        <a:pt x="128179" y="81715"/>
                      </a:lnTo>
                      <a:lnTo>
                        <a:pt x="126477" y="57854"/>
                      </a:lnTo>
                      <a:close/>
                      <a:moveTo>
                        <a:pt x="114471" y="41653"/>
                      </a:moveTo>
                      <a:lnTo>
                        <a:pt x="118483" y="85180"/>
                      </a:lnTo>
                      <a:lnTo>
                        <a:pt x="106082" y="66274"/>
                      </a:lnTo>
                      <a:lnTo>
                        <a:pt x="106203" y="66183"/>
                      </a:lnTo>
                      <a:lnTo>
                        <a:pt x="114471" y="41653"/>
                      </a:lnTo>
                      <a:close/>
                      <a:moveTo>
                        <a:pt x="114836" y="41258"/>
                      </a:moveTo>
                      <a:lnTo>
                        <a:pt x="126265" y="57550"/>
                      </a:lnTo>
                      <a:cubicBezTo>
                        <a:pt x="126234" y="57581"/>
                        <a:pt x="126173" y="57611"/>
                        <a:pt x="126143" y="57702"/>
                      </a:cubicBezTo>
                      <a:lnTo>
                        <a:pt x="118818" y="85332"/>
                      </a:lnTo>
                      <a:lnTo>
                        <a:pt x="114836" y="41258"/>
                      </a:lnTo>
                      <a:close/>
                      <a:moveTo>
                        <a:pt x="126265" y="58827"/>
                      </a:moveTo>
                      <a:lnTo>
                        <a:pt x="127876" y="81867"/>
                      </a:lnTo>
                      <a:lnTo>
                        <a:pt x="119152" y="85575"/>
                      </a:lnTo>
                      <a:lnTo>
                        <a:pt x="119152" y="85575"/>
                      </a:lnTo>
                      <a:lnTo>
                        <a:pt x="126265" y="58827"/>
                      </a:lnTo>
                      <a:close/>
                      <a:moveTo>
                        <a:pt x="71066" y="39313"/>
                      </a:moveTo>
                      <a:lnTo>
                        <a:pt x="87784" y="60255"/>
                      </a:lnTo>
                      <a:cubicBezTo>
                        <a:pt x="87723" y="60286"/>
                        <a:pt x="87723" y="60316"/>
                        <a:pt x="87692" y="60347"/>
                      </a:cubicBezTo>
                      <a:lnTo>
                        <a:pt x="84166" y="85818"/>
                      </a:lnTo>
                      <a:lnTo>
                        <a:pt x="35381" y="63690"/>
                      </a:lnTo>
                      <a:lnTo>
                        <a:pt x="71066" y="39313"/>
                      </a:lnTo>
                      <a:close/>
                      <a:moveTo>
                        <a:pt x="87996" y="61015"/>
                      </a:moveTo>
                      <a:lnTo>
                        <a:pt x="103437" y="94754"/>
                      </a:lnTo>
                      <a:lnTo>
                        <a:pt x="84531" y="85970"/>
                      </a:lnTo>
                      <a:lnTo>
                        <a:pt x="87996" y="61015"/>
                      </a:lnTo>
                      <a:close/>
                      <a:moveTo>
                        <a:pt x="88179" y="60407"/>
                      </a:moveTo>
                      <a:lnTo>
                        <a:pt x="105808" y="66243"/>
                      </a:lnTo>
                      <a:cubicBezTo>
                        <a:pt x="105778" y="66274"/>
                        <a:pt x="105747" y="66335"/>
                        <a:pt x="105778" y="66395"/>
                      </a:cubicBezTo>
                      <a:lnTo>
                        <a:pt x="106872" y="96335"/>
                      </a:lnTo>
                      <a:lnTo>
                        <a:pt x="103954" y="94967"/>
                      </a:lnTo>
                      <a:lnTo>
                        <a:pt x="88179" y="60407"/>
                      </a:lnTo>
                      <a:close/>
                      <a:moveTo>
                        <a:pt x="106112" y="67034"/>
                      </a:moveTo>
                      <a:lnTo>
                        <a:pt x="118544" y="85970"/>
                      </a:lnTo>
                      <a:lnTo>
                        <a:pt x="107845" y="96821"/>
                      </a:lnTo>
                      <a:lnTo>
                        <a:pt x="107176" y="96517"/>
                      </a:lnTo>
                      <a:lnTo>
                        <a:pt x="106112" y="67034"/>
                      </a:lnTo>
                      <a:close/>
                      <a:moveTo>
                        <a:pt x="107237" y="96943"/>
                      </a:moveTo>
                      <a:lnTo>
                        <a:pt x="107571" y="97095"/>
                      </a:lnTo>
                      <a:lnTo>
                        <a:pt x="107237" y="97429"/>
                      </a:lnTo>
                      <a:lnTo>
                        <a:pt x="107237" y="96943"/>
                      </a:lnTo>
                      <a:close/>
                      <a:moveTo>
                        <a:pt x="104136" y="95514"/>
                      </a:moveTo>
                      <a:lnTo>
                        <a:pt x="106842" y="96761"/>
                      </a:lnTo>
                      <a:lnTo>
                        <a:pt x="106872" y="97794"/>
                      </a:lnTo>
                      <a:lnTo>
                        <a:pt x="105747" y="98949"/>
                      </a:lnTo>
                      <a:lnTo>
                        <a:pt x="104136" y="95514"/>
                      </a:lnTo>
                      <a:close/>
                      <a:moveTo>
                        <a:pt x="136022" y="78554"/>
                      </a:moveTo>
                      <a:lnTo>
                        <a:pt x="181007" y="81168"/>
                      </a:lnTo>
                      <a:lnTo>
                        <a:pt x="141736" y="101198"/>
                      </a:lnTo>
                      <a:lnTo>
                        <a:pt x="136022" y="78554"/>
                      </a:lnTo>
                      <a:close/>
                      <a:moveTo>
                        <a:pt x="35199" y="64511"/>
                      </a:moveTo>
                      <a:lnTo>
                        <a:pt x="73194" y="97551"/>
                      </a:lnTo>
                      <a:lnTo>
                        <a:pt x="41157" y="101533"/>
                      </a:lnTo>
                      <a:lnTo>
                        <a:pt x="35199" y="64511"/>
                      </a:lnTo>
                      <a:close/>
                      <a:moveTo>
                        <a:pt x="106933" y="98280"/>
                      </a:moveTo>
                      <a:lnTo>
                        <a:pt x="107024" y="101806"/>
                      </a:lnTo>
                      <a:lnTo>
                        <a:pt x="107024" y="101806"/>
                      </a:lnTo>
                      <a:lnTo>
                        <a:pt x="105899" y="99314"/>
                      </a:lnTo>
                      <a:lnTo>
                        <a:pt x="106933" y="98280"/>
                      </a:lnTo>
                      <a:close/>
                      <a:moveTo>
                        <a:pt x="127845" y="82201"/>
                      </a:moveTo>
                      <a:lnTo>
                        <a:pt x="129517" y="106396"/>
                      </a:lnTo>
                      <a:lnTo>
                        <a:pt x="119000" y="86000"/>
                      </a:lnTo>
                      <a:lnTo>
                        <a:pt x="127845" y="82201"/>
                      </a:lnTo>
                      <a:close/>
                      <a:moveTo>
                        <a:pt x="118726" y="86244"/>
                      </a:moveTo>
                      <a:lnTo>
                        <a:pt x="129334" y="106821"/>
                      </a:lnTo>
                      <a:lnTo>
                        <a:pt x="108179" y="96943"/>
                      </a:lnTo>
                      <a:lnTo>
                        <a:pt x="118726" y="86244"/>
                      </a:lnTo>
                      <a:close/>
                      <a:moveTo>
                        <a:pt x="135718" y="78827"/>
                      </a:moveTo>
                      <a:lnTo>
                        <a:pt x="141432" y="101350"/>
                      </a:lnTo>
                      <a:lnTo>
                        <a:pt x="129942" y="107217"/>
                      </a:lnTo>
                      <a:lnTo>
                        <a:pt x="128210" y="82049"/>
                      </a:lnTo>
                      <a:lnTo>
                        <a:pt x="135718" y="78827"/>
                      </a:lnTo>
                      <a:close/>
                      <a:moveTo>
                        <a:pt x="84470" y="86335"/>
                      </a:moveTo>
                      <a:lnTo>
                        <a:pt x="103650" y="95271"/>
                      </a:lnTo>
                      <a:lnTo>
                        <a:pt x="105474" y="99223"/>
                      </a:lnTo>
                      <a:lnTo>
                        <a:pt x="90610" y="114299"/>
                      </a:lnTo>
                      <a:lnTo>
                        <a:pt x="74318" y="97733"/>
                      </a:lnTo>
                      <a:lnTo>
                        <a:pt x="84470" y="86335"/>
                      </a:lnTo>
                      <a:close/>
                      <a:moveTo>
                        <a:pt x="35169" y="63964"/>
                      </a:moveTo>
                      <a:lnTo>
                        <a:pt x="84136" y="86152"/>
                      </a:lnTo>
                      <a:lnTo>
                        <a:pt x="73893" y="97642"/>
                      </a:lnTo>
                      <a:lnTo>
                        <a:pt x="73862" y="97672"/>
                      </a:lnTo>
                      <a:cubicBezTo>
                        <a:pt x="73832" y="97733"/>
                        <a:pt x="73832" y="97824"/>
                        <a:pt x="73893" y="97885"/>
                      </a:cubicBezTo>
                      <a:lnTo>
                        <a:pt x="90276" y="114512"/>
                      </a:lnTo>
                      <a:lnTo>
                        <a:pt x="41521" y="103964"/>
                      </a:lnTo>
                      <a:lnTo>
                        <a:pt x="41187" y="101837"/>
                      </a:lnTo>
                      <a:lnTo>
                        <a:pt x="73589" y="97824"/>
                      </a:lnTo>
                      <a:cubicBezTo>
                        <a:pt x="73680" y="97824"/>
                        <a:pt x="73710" y="97794"/>
                        <a:pt x="73741" y="97703"/>
                      </a:cubicBezTo>
                      <a:cubicBezTo>
                        <a:pt x="73802" y="97642"/>
                        <a:pt x="73741" y="97551"/>
                        <a:pt x="73710" y="97520"/>
                      </a:cubicBezTo>
                      <a:lnTo>
                        <a:pt x="35169" y="63964"/>
                      </a:lnTo>
                      <a:close/>
                      <a:moveTo>
                        <a:pt x="40853" y="101897"/>
                      </a:moveTo>
                      <a:lnTo>
                        <a:pt x="41187" y="104116"/>
                      </a:lnTo>
                      <a:cubicBezTo>
                        <a:pt x="41187" y="104177"/>
                        <a:pt x="41217" y="104207"/>
                        <a:pt x="41278" y="104238"/>
                      </a:cubicBezTo>
                      <a:cubicBezTo>
                        <a:pt x="41217" y="104268"/>
                        <a:pt x="41187" y="104268"/>
                        <a:pt x="41187" y="104359"/>
                      </a:cubicBezTo>
                      <a:lnTo>
                        <a:pt x="33223" y="129345"/>
                      </a:lnTo>
                      <a:lnTo>
                        <a:pt x="700" y="106913"/>
                      </a:lnTo>
                      <a:lnTo>
                        <a:pt x="40853" y="101897"/>
                      </a:lnTo>
                      <a:close/>
                      <a:moveTo>
                        <a:pt x="180946" y="81593"/>
                      </a:moveTo>
                      <a:lnTo>
                        <a:pt x="150611" y="136305"/>
                      </a:lnTo>
                      <a:lnTo>
                        <a:pt x="141827" y="101533"/>
                      </a:lnTo>
                      <a:lnTo>
                        <a:pt x="180946" y="81593"/>
                      </a:lnTo>
                      <a:close/>
                      <a:moveTo>
                        <a:pt x="107936" y="97247"/>
                      </a:moveTo>
                      <a:lnTo>
                        <a:pt x="129638" y="107369"/>
                      </a:lnTo>
                      <a:lnTo>
                        <a:pt x="129730" y="107521"/>
                      </a:lnTo>
                      <a:cubicBezTo>
                        <a:pt x="129752" y="107565"/>
                        <a:pt x="129823" y="107593"/>
                        <a:pt x="129883" y="107593"/>
                      </a:cubicBezTo>
                      <a:cubicBezTo>
                        <a:pt x="129905" y="107593"/>
                        <a:pt x="129926" y="107589"/>
                        <a:pt x="129942" y="107581"/>
                      </a:cubicBezTo>
                      <a:lnTo>
                        <a:pt x="141493" y="101685"/>
                      </a:lnTo>
                      <a:lnTo>
                        <a:pt x="150338" y="136761"/>
                      </a:lnTo>
                      <a:lnTo>
                        <a:pt x="149487" y="138342"/>
                      </a:lnTo>
                      <a:lnTo>
                        <a:pt x="119091" y="127642"/>
                      </a:lnTo>
                      <a:cubicBezTo>
                        <a:pt x="119067" y="127634"/>
                        <a:pt x="119044" y="127631"/>
                        <a:pt x="119024" y="127631"/>
                      </a:cubicBezTo>
                      <a:cubicBezTo>
                        <a:pt x="118967" y="127631"/>
                        <a:pt x="118923" y="127659"/>
                        <a:pt x="118878" y="127703"/>
                      </a:cubicBezTo>
                      <a:lnTo>
                        <a:pt x="118878" y="127673"/>
                      </a:lnTo>
                      <a:lnTo>
                        <a:pt x="107419" y="102657"/>
                      </a:lnTo>
                      <a:lnTo>
                        <a:pt x="107267" y="97946"/>
                      </a:lnTo>
                      <a:lnTo>
                        <a:pt x="107936" y="97247"/>
                      </a:lnTo>
                      <a:close/>
                      <a:moveTo>
                        <a:pt x="150490" y="137308"/>
                      </a:moveTo>
                      <a:lnTo>
                        <a:pt x="150915" y="138889"/>
                      </a:lnTo>
                      <a:lnTo>
                        <a:pt x="149821" y="138524"/>
                      </a:lnTo>
                      <a:lnTo>
                        <a:pt x="150490" y="137308"/>
                      </a:lnTo>
                      <a:close/>
                      <a:moveTo>
                        <a:pt x="41552" y="104359"/>
                      </a:moveTo>
                      <a:lnTo>
                        <a:pt x="90337" y="114876"/>
                      </a:lnTo>
                      <a:lnTo>
                        <a:pt x="89212" y="140834"/>
                      </a:lnTo>
                      <a:lnTo>
                        <a:pt x="54987" y="137339"/>
                      </a:lnTo>
                      <a:lnTo>
                        <a:pt x="41552" y="104359"/>
                      </a:lnTo>
                      <a:close/>
                      <a:moveTo>
                        <a:pt x="107419" y="103600"/>
                      </a:moveTo>
                      <a:lnTo>
                        <a:pt x="118483" y="127764"/>
                      </a:lnTo>
                      <a:lnTo>
                        <a:pt x="108817" y="142384"/>
                      </a:lnTo>
                      <a:lnTo>
                        <a:pt x="107419" y="103600"/>
                      </a:lnTo>
                      <a:close/>
                      <a:moveTo>
                        <a:pt x="105626" y="99557"/>
                      </a:moveTo>
                      <a:lnTo>
                        <a:pt x="107085" y="102718"/>
                      </a:lnTo>
                      <a:lnTo>
                        <a:pt x="108513" y="142749"/>
                      </a:lnTo>
                      <a:lnTo>
                        <a:pt x="89607" y="140865"/>
                      </a:lnTo>
                      <a:lnTo>
                        <a:pt x="90702" y="114724"/>
                      </a:lnTo>
                      <a:cubicBezTo>
                        <a:pt x="90702" y="114694"/>
                        <a:pt x="90732" y="114694"/>
                        <a:pt x="90732" y="114694"/>
                      </a:cubicBezTo>
                      <a:lnTo>
                        <a:pt x="105626" y="99557"/>
                      </a:lnTo>
                      <a:close/>
                      <a:moveTo>
                        <a:pt x="181220" y="81897"/>
                      </a:moveTo>
                      <a:lnTo>
                        <a:pt x="170308" y="145728"/>
                      </a:lnTo>
                      <a:lnTo>
                        <a:pt x="151311" y="139041"/>
                      </a:lnTo>
                      <a:lnTo>
                        <a:pt x="150733" y="136852"/>
                      </a:lnTo>
                      <a:lnTo>
                        <a:pt x="181220" y="81897"/>
                      </a:lnTo>
                      <a:close/>
                      <a:moveTo>
                        <a:pt x="119486" y="128220"/>
                      </a:moveTo>
                      <a:lnTo>
                        <a:pt x="149274" y="138706"/>
                      </a:lnTo>
                      <a:lnTo>
                        <a:pt x="139791" y="155850"/>
                      </a:lnTo>
                      <a:lnTo>
                        <a:pt x="119486" y="128220"/>
                      </a:lnTo>
                      <a:close/>
                      <a:moveTo>
                        <a:pt x="89577" y="141168"/>
                      </a:moveTo>
                      <a:lnTo>
                        <a:pt x="108453" y="143083"/>
                      </a:lnTo>
                      <a:lnTo>
                        <a:pt x="88300" y="170470"/>
                      </a:lnTo>
                      <a:lnTo>
                        <a:pt x="89577" y="141168"/>
                      </a:lnTo>
                      <a:close/>
                      <a:moveTo>
                        <a:pt x="151432" y="139436"/>
                      </a:moveTo>
                      <a:lnTo>
                        <a:pt x="170278" y="146062"/>
                      </a:lnTo>
                      <a:lnTo>
                        <a:pt x="163317" y="186640"/>
                      </a:lnTo>
                      <a:lnTo>
                        <a:pt x="151432" y="139436"/>
                      </a:lnTo>
                      <a:close/>
                      <a:moveTo>
                        <a:pt x="118848" y="127886"/>
                      </a:moveTo>
                      <a:cubicBezTo>
                        <a:pt x="118848" y="127916"/>
                        <a:pt x="118848" y="127946"/>
                        <a:pt x="118909" y="127946"/>
                      </a:cubicBezTo>
                      <a:lnTo>
                        <a:pt x="139639" y="156184"/>
                      </a:lnTo>
                      <a:lnTo>
                        <a:pt x="121705" y="188464"/>
                      </a:lnTo>
                      <a:lnTo>
                        <a:pt x="118970" y="173722"/>
                      </a:lnTo>
                      <a:cubicBezTo>
                        <a:pt x="118970" y="173661"/>
                        <a:pt x="118878" y="173570"/>
                        <a:pt x="118818" y="173570"/>
                      </a:cubicBezTo>
                      <a:lnTo>
                        <a:pt x="88787" y="170835"/>
                      </a:lnTo>
                      <a:lnTo>
                        <a:pt x="88574" y="170743"/>
                      </a:lnTo>
                      <a:lnTo>
                        <a:pt x="108878" y="143175"/>
                      </a:lnTo>
                      <a:cubicBezTo>
                        <a:pt x="108909" y="143144"/>
                        <a:pt x="108909" y="143114"/>
                        <a:pt x="108909" y="143083"/>
                      </a:cubicBezTo>
                      <a:lnTo>
                        <a:pt x="108909" y="142992"/>
                      </a:lnTo>
                      <a:lnTo>
                        <a:pt x="118848" y="127886"/>
                      </a:lnTo>
                      <a:close/>
                      <a:moveTo>
                        <a:pt x="89577" y="171290"/>
                      </a:moveTo>
                      <a:lnTo>
                        <a:pt x="118635" y="173935"/>
                      </a:lnTo>
                      <a:lnTo>
                        <a:pt x="121401" y="189041"/>
                      </a:lnTo>
                      <a:lnTo>
                        <a:pt x="89577" y="171290"/>
                      </a:lnTo>
                      <a:close/>
                      <a:moveTo>
                        <a:pt x="139851" y="156488"/>
                      </a:moveTo>
                      <a:lnTo>
                        <a:pt x="162831" y="187704"/>
                      </a:lnTo>
                      <a:lnTo>
                        <a:pt x="121736" y="189133"/>
                      </a:lnTo>
                      <a:lnTo>
                        <a:pt x="121766" y="189072"/>
                      </a:lnTo>
                      <a:lnTo>
                        <a:pt x="139851" y="156488"/>
                      </a:lnTo>
                      <a:close/>
                      <a:moveTo>
                        <a:pt x="117652" y="0"/>
                      </a:moveTo>
                      <a:cubicBezTo>
                        <a:pt x="117634" y="0"/>
                        <a:pt x="117617" y="4"/>
                        <a:pt x="117602" y="11"/>
                      </a:cubicBezTo>
                      <a:lnTo>
                        <a:pt x="79121" y="12018"/>
                      </a:lnTo>
                      <a:cubicBezTo>
                        <a:pt x="78999" y="12048"/>
                        <a:pt x="78969" y="12139"/>
                        <a:pt x="78999" y="12261"/>
                      </a:cubicBezTo>
                      <a:cubicBezTo>
                        <a:pt x="79021" y="12327"/>
                        <a:pt x="79075" y="12376"/>
                        <a:pt x="79137" y="12376"/>
                      </a:cubicBezTo>
                      <a:cubicBezTo>
                        <a:pt x="79161" y="12376"/>
                        <a:pt x="79187" y="12369"/>
                        <a:pt x="79212" y="12352"/>
                      </a:cubicBezTo>
                      <a:lnTo>
                        <a:pt x="116994" y="589"/>
                      </a:lnTo>
                      <a:lnTo>
                        <a:pt x="104744" y="13385"/>
                      </a:lnTo>
                      <a:cubicBezTo>
                        <a:pt x="104714" y="13446"/>
                        <a:pt x="104714" y="13477"/>
                        <a:pt x="104714" y="13537"/>
                      </a:cubicBezTo>
                      <a:cubicBezTo>
                        <a:pt x="104684" y="13537"/>
                        <a:pt x="104653" y="13537"/>
                        <a:pt x="104592" y="13598"/>
                      </a:cubicBezTo>
                      <a:lnTo>
                        <a:pt x="71279" y="38462"/>
                      </a:lnTo>
                      <a:cubicBezTo>
                        <a:pt x="71218" y="38523"/>
                        <a:pt x="71218" y="38583"/>
                        <a:pt x="71218" y="38675"/>
                      </a:cubicBezTo>
                      <a:cubicBezTo>
                        <a:pt x="71248" y="38735"/>
                        <a:pt x="71279" y="38766"/>
                        <a:pt x="71370" y="38766"/>
                      </a:cubicBezTo>
                      <a:lnTo>
                        <a:pt x="114380" y="40589"/>
                      </a:lnTo>
                      <a:lnTo>
                        <a:pt x="114380" y="40802"/>
                      </a:lnTo>
                      <a:lnTo>
                        <a:pt x="105869" y="65939"/>
                      </a:lnTo>
                      <a:lnTo>
                        <a:pt x="88088" y="60043"/>
                      </a:lnTo>
                      <a:lnTo>
                        <a:pt x="71218" y="38979"/>
                      </a:lnTo>
                      <a:cubicBezTo>
                        <a:pt x="71160" y="38921"/>
                        <a:pt x="71115" y="38900"/>
                        <a:pt x="71066" y="38900"/>
                      </a:cubicBezTo>
                      <a:cubicBezTo>
                        <a:pt x="71037" y="38900"/>
                        <a:pt x="71008" y="38907"/>
                        <a:pt x="70975" y="38918"/>
                      </a:cubicBezTo>
                      <a:lnTo>
                        <a:pt x="34925" y="63599"/>
                      </a:lnTo>
                      <a:cubicBezTo>
                        <a:pt x="34895" y="63629"/>
                        <a:pt x="34834" y="63690"/>
                        <a:pt x="34834" y="63751"/>
                      </a:cubicBezTo>
                      <a:cubicBezTo>
                        <a:pt x="34834" y="63781"/>
                        <a:pt x="34834" y="63812"/>
                        <a:pt x="34895" y="63842"/>
                      </a:cubicBezTo>
                      <a:cubicBezTo>
                        <a:pt x="34834" y="63842"/>
                        <a:pt x="34834" y="63842"/>
                        <a:pt x="34804" y="63903"/>
                      </a:cubicBezTo>
                      <a:cubicBezTo>
                        <a:pt x="34743" y="63933"/>
                        <a:pt x="34713" y="63994"/>
                        <a:pt x="34743" y="64085"/>
                      </a:cubicBezTo>
                      <a:lnTo>
                        <a:pt x="40792" y="101593"/>
                      </a:lnTo>
                      <a:lnTo>
                        <a:pt x="153" y="106639"/>
                      </a:lnTo>
                      <a:cubicBezTo>
                        <a:pt x="92" y="106639"/>
                        <a:pt x="1" y="106700"/>
                        <a:pt x="1" y="106791"/>
                      </a:cubicBezTo>
                      <a:cubicBezTo>
                        <a:pt x="1" y="106852"/>
                        <a:pt x="1" y="106913"/>
                        <a:pt x="62" y="106943"/>
                      </a:cubicBezTo>
                      <a:lnTo>
                        <a:pt x="92" y="106973"/>
                      </a:lnTo>
                      <a:lnTo>
                        <a:pt x="33193" y="129861"/>
                      </a:lnTo>
                      <a:cubicBezTo>
                        <a:pt x="33223" y="129892"/>
                        <a:pt x="33284" y="129892"/>
                        <a:pt x="33345" y="129892"/>
                      </a:cubicBezTo>
                      <a:lnTo>
                        <a:pt x="33436" y="129770"/>
                      </a:lnTo>
                      <a:lnTo>
                        <a:pt x="41400" y="105028"/>
                      </a:lnTo>
                      <a:lnTo>
                        <a:pt x="54683" y="137673"/>
                      </a:lnTo>
                      <a:cubicBezTo>
                        <a:pt x="54713" y="137764"/>
                        <a:pt x="54774" y="137795"/>
                        <a:pt x="54835" y="137795"/>
                      </a:cubicBezTo>
                      <a:lnTo>
                        <a:pt x="89182" y="141290"/>
                      </a:lnTo>
                      <a:lnTo>
                        <a:pt x="87936" y="171078"/>
                      </a:lnTo>
                      <a:cubicBezTo>
                        <a:pt x="87936" y="171138"/>
                        <a:pt x="87996" y="171260"/>
                        <a:pt x="88088" y="171260"/>
                      </a:cubicBezTo>
                      <a:lnTo>
                        <a:pt x="88695" y="171290"/>
                      </a:lnTo>
                      <a:lnTo>
                        <a:pt x="121492" y="189589"/>
                      </a:lnTo>
                      <a:cubicBezTo>
                        <a:pt x="121523" y="189589"/>
                        <a:pt x="121553" y="189619"/>
                        <a:pt x="121553" y="189619"/>
                      </a:cubicBezTo>
                      <a:lnTo>
                        <a:pt x="163135" y="188160"/>
                      </a:lnTo>
                      <a:cubicBezTo>
                        <a:pt x="163195" y="188160"/>
                        <a:pt x="163226" y="188130"/>
                        <a:pt x="163286" y="188069"/>
                      </a:cubicBezTo>
                      <a:cubicBezTo>
                        <a:pt x="163317" y="187978"/>
                        <a:pt x="163317" y="187947"/>
                        <a:pt x="163286" y="187856"/>
                      </a:cubicBezTo>
                      <a:lnTo>
                        <a:pt x="140034" y="156214"/>
                      </a:lnTo>
                      <a:lnTo>
                        <a:pt x="149639" y="138828"/>
                      </a:lnTo>
                      <a:lnTo>
                        <a:pt x="151007" y="139314"/>
                      </a:lnTo>
                      <a:lnTo>
                        <a:pt x="163195" y="187552"/>
                      </a:lnTo>
                      <a:cubicBezTo>
                        <a:pt x="163226" y="187643"/>
                        <a:pt x="163286" y="187704"/>
                        <a:pt x="163378" y="187704"/>
                      </a:cubicBezTo>
                      <a:cubicBezTo>
                        <a:pt x="163469" y="187704"/>
                        <a:pt x="163530" y="187643"/>
                        <a:pt x="163530" y="187552"/>
                      </a:cubicBezTo>
                      <a:lnTo>
                        <a:pt x="170612" y="146214"/>
                      </a:lnTo>
                      <a:lnTo>
                        <a:pt x="185627" y="151503"/>
                      </a:lnTo>
                      <a:lnTo>
                        <a:pt x="187512" y="174330"/>
                      </a:lnTo>
                      <a:cubicBezTo>
                        <a:pt x="187512" y="174421"/>
                        <a:pt x="187603" y="174482"/>
                        <a:pt x="187664" y="174482"/>
                      </a:cubicBezTo>
                      <a:lnTo>
                        <a:pt x="219427" y="179315"/>
                      </a:lnTo>
                      <a:lnTo>
                        <a:pt x="220066" y="221230"/>
                      </a:lnTo>
                      <a:cubicBezTo>
                        <a:pt x="220066" y="221322"/>
                        <a:pt x="220157" y="221413"/>
                        <a:pt x="220278" y="221413"/>
                      </a:cubicBezTo>
                      <a:cubicBezTo>
                        <a:pt x="220370" y="221413"/>
                        <a:pt x="220461" y="221291"/>
                        <a:pt x="220461" y="221230"/>
                      </a:cubicBezTo>
                      <a:lnTo>
                        <a:pt x="219823" y="179163"/>
                      </a:lnTo>
                      <a:cubicBezTo>
                        <a:pt x="219823" y="179102"/>
                        <a:pt x="219731" y="179011"/>
                        <a:pt x="219671" y="178981"/>
                      </a:cubicBezTo>
                      <a:lnTo>
                        <a:pt x="187846" y="174148"/>
                      </a:lnTo>
                      <a:lnTo>
                        <a:pt x="185962" y="151351"/>
                      </a:lnTo>
                      <a:cubicBezTo>
                        <a:pt x="185962" y="151290"/>
                        <a:pt x="185931" y="151199"/>
                        <a:pt x="185840" y="151199"/>
                      </a:cubicBezTo>
                      <a:lnTo>
                        <a:pt x="170642" y="145849"/>
                      </a:lnTo>
                      <a:lnTo>
                        <a:pt x="181706" y="81076"/>
                      </a:lnTo>
                      <a:cubicBezTo>
                        <a:pt x="181706" y="81016"/>
                        <a:pt x="181706" y="80955"/>
                        <a:pt x="181676" y="80924"/>
                      </a:cubicBezTo>
                      <a:cubicBezTo>
                        <a:pt x="181615" y="80864"/>
                        <a:pt x="181585" y="80833"/>
                        <a:pt x="181554" y="80833"/>
                      </a:cubicBezTo>
                      <a:lnTo>
                        <a:pt x="137785" y="78280"/>
                      </a:lnTo>
                      <a:lnTo>
                        <a:pt x="152283" y="76304"/>
                      </a:lnTo>
                      <a:cubicBezTo>
                        <a:pt x="152374" y="76304"/>
                        <a:pt x="152405" y="76244"/>
                        <a:pt x="152435" y="76213"/>
                      </a:cubicBezTo>
                      <a:cubicBezTo>
                        <a:pt x="152496" y="76122"/>
                        <a:pt x="152435" y="76061"/>
                        <a:pt x="152374" y="76000"/>
                      </a:cubicBezTo>
                      <a:lnTo>
                        <a:pt x="126720" y="57520"/>
                      </a:lnTo>
                      <a:lnTo>
                        <a:pt x="126690" y="57429"/>
                      </a:lnTo>
                      <a:lnTo>
                        <a:pt x="145049" y="25969"/>
                      </a:lnTo>
                      <a:cubicBezTo>
                        <a:pt x="145079" y="25939"/>
                        <a:pt x="145079" y="25848"/>
                        <a:pt x="145049" y="25817"/>
                      </a:cubicBezTo>
                      <a:cubicBezTo>
                        <a:pt x="145049" y="25787"/>
                        <a:pt x="144958" y="25756"/>
                        <a:pt x="144927" y="25696"/>
                      </a:cubicBezTo>
                      <a:lnTo>
                        <a:pt x="105200" y="13416"/>
                      </a:lnTo>
                      <a:lnTo>
                        <a:pt x="117754" y="315"/>
                      </a:lnTo>
                      <a:cubicBezTo>
                        <a:pt x="117815" y="255"/>
                        <a:pt x="117815" y="163"/>
                        <a:pt x="117784" y="103"/>
                      </a:cubicBezTo>
                      <a:cubicBezTo>
                        <a:pt x="117761" y="34"/>
                        <a:pt x="117704" y="0"/>
                        <a:pt x="11765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18"/>
                <p:cNvSpPr/>
                <p:nvPr/>
              </p:nvSpPr>
              <p:spPr>
                <a:xfrm>
                  <a:off x="-700475" y="951025"/>
                  <a:ext cx="50325" cy="35375"/>
                </a:xfrm>
                <a:custGeom>
                  <a:avLst/>
                  <a:gdLst/>
                  <a:ahLst/>
                  <a:cxnLst/>
                  <a:rect l="l" t="t" r="r" b="b"/>
                  <a:pathLst>
                    <a:path w="2013" h="1415" extrusionOk="0">
                      <a:moveTo>
                        <a:pt x="1047" y="0"/>
                      </a:moveTo>
                      <a:cubicBezTo>
                        <a:pt x="500" y="0"/>
                        <a:pt x="0" y="690"/>
                        <a:pt x="492" y="1181"/>
                      </a:cubicBezTo>
                      <a:cubicBezTo>
                        <a:pt x="642" y="1346"/>
                        <a:pt x="815" y="1415"/>
                        <a:pt x="982" y="1415"/>
                      </a:cubicBezTo>
                      <a:cubicBezTo>
                        <a:pt x="1525" y="1415"/>
                        <a:pt x="2013" y="696"/>
                        <a:pt x="1525" y="209"/>
                      </a:cubicBezTo>
                      <a:cubicBezTo>
                        <a:pt x="1378" y="62"/>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18"/>
                <p:cNvSpPr/>
                <p:nvPr/>
              </p:nvSpPr>
              <p:spPr>
                <a:xfrm>
                  <a:off x="-1364400" y="1443875"/>
                  <a:ext cx="50100" cy="35700"/>
                </a:xfrm>
                <a:custGeom>
                  <a:avLst/>
                  <a:gdLst/>
                  <a:ahLst/>
                  <a:cxnLst/>
                  <a:rect l="l" t="t" r="r" b="b"/>
                  <a:pathLst>
                    <a:path w="2004" h="1428" extrusionOk="0">
                      <a:moveTo>
                        <a:pt x="1032" y="1"/>
                      </a:moveTo>
                      <a:cubicBezTo>
                        <a:pt x="489" y="1"/>
                        <a:pt x="0" y="705"/>
                        <a:pt x="513" y="1194"/>
                      </a:cubicBezTo>
                      <a:cubicBezTo>
                        <a:pt x="664" y="1359"/>
                        <a:pt x="835" y="1428"/>
                        <a:pt x="1000" y="1428"/>
                      </a:cubicBezTo>
                      <a:cubicBezTo>
                        <a:pt x="1533" y="1428"/>
                        <a:pt x="2004" y="709"/>
                        <a:pt x="1516" y="222"/>
                      </a:cubicBezTo>
                      <a:cubicBezTo>
                        <a:pt x="1367" y="66"/>
                        <a:pt x="119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18"/>
                <p:cNvSpPr/>
                <p:nvPr/>
              </p:nvSpPr>
              <p:spPr>
                <a:xfrm>
                  <a:off x="-920175" y="1590950"/>
                  <a:ext cx="50425" cy="35825"/>
                </a:xfrm>
                <a:custGeom>
                  <a:avLst/>
                  <a:gdLst/>
                  <a:ahLst/>
                  <a:cxnLst/>
                  <a:rect l="l" t="t" r="r" b="b"/>
                  <a:pathLst>
                    <a:path w="2017" h="1433" extrusionOk="0">
                      <a:moveTo>
                        <a:pt x="1060" y="0"/>
                      </a:moveTo>
                      <a:cubicBezTo>
                        <a:pt x="509" y="0"/>
                        <a:pt x="1" y="714"/>
                        <a:pt x="495" y="1208"/>
                      </a:cubicBezTo>
                      <a:cubicBezTo>
                        <a:pt x="653" y="1366"/>
                        <a:pt x="830" y="1432"/>
                        <a:pt x="999" y="1432"/>
                      </a:cubicBezTo>
                      <a:cubicBezTo>
                        <a:pt x="1546" y="1432"/>
                        <a:pt x="2016" y="739"/>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18"/>
                <p:cNvSpPr/>
                <p:nvPr/>
              </p:nvSpPr>
              <p:spPr>
                <a:xfrm>
                  <a:off x="-407925" y="1372750"/>
                  <a:ext cx="50275" cy="35500"/>
                </a:xfrm>
                <a:custGeom>
                  <a:avLst/>
                  <a:gdLst/>
                  <a:ahLst/>
                  <a:cxnLst/>
                  <a:rect l="l" t="t" r="r" b="b"/>
                  <a:pathLst>
                    <a:path w="2011" h="1420" extrusionOk="0">
                      <a:moveTo>
                        <a:pt x="1047" y="1"/>
                      </a:moveTo>
                      <a:cubicBezTo>
                        <a:pt x="500" y="1"/>
                        <a:pt x="1" y="691"/>
                        <a:pt x="492" y="1182"/>
                      </a:cubicBezTo>
                      <a:cubicBezTo>
                        <a:pt x="645" y="1350"/>
                        <a:pt x="821" y="1419"/>
                        <a:pt x="991" y="1419"/>
                      </a:cubicBezTo>
                      <a:cubicBezTo>
                        <a:pt x="1530" y="1419"/>
                        <a:pt x="2011" y="718"/>
                        <a:pt x="1525"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18"/>
                <p:cNvSpPr/>
                <p:nvPr/>
              </p:nvSpPr>
              <p:spPr>
                <a:xfrm>
                  <a:off x="-596200" y="2083250"/>
                  <a:ext cx="50750" cy="35400"/>
                </a:xfrm>
                <a:custGeom>
                  <a:avLst/>
                  <a:gdLst/>
                  <a:ahLst/>
                  <a:cxnLst/>
                  <a:rect l="l" t="t" r="r" b="b"/>
                  <a:pathLst>
                    <a:path w="2030" h="1416" extrusionOk="0">
                      <a:moveTo>
                        <a:pt x="1041" y="1"/>
                      </a:moveTo>
                      <a:cubicBezTo>
                        <a:pt x="495" y="1"/>
                        <a:pt x="0" y="690"/>
                        <a:pt x="515" y="1182"/>
                      </a:cubicBezTo>
                      <a:cubicBezTo>
                        <a:pt x="666" y="1347"/>
                        <a:pt x="838" y="1415"/>
                        <a:pt x="1005" y="1415"/>
                      </a:cubicBezTo>
                      <a:cubicBezTo>
                        <a:pt x="1546" y="1415"/>
                        <a:pt x="2029" y="697"/>
                        <a:pt x="1518" y="209"/>
                      </a:cubicBezTo>
                      <a:cubicBezTo>
                        <a:pt x="1371"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18"/>
                <p:cNvSpPr/>
                <p:nvPr/>
              </p:nvSpPr>
              <p:spPr>
                <a:xfrm>
                  <a:off x="-173125" y="1901650"/>
                  <a:ext cx="50350" cy="35375"/>
                </a:xfrm>
                <a:custGeom>
                  <a:avLst/>
                  <a:gdLst/>
                  <a:ahLst/>
                  <a:cxnLst/>
                  <a:rect l="l" t="t" r="r" b="b"/>
                  <a:pathLst>
                    <a:path w="2014" h="1415" extrusionOk="0">
                      <a:moveTo>
                        <a:pt x="1035" y="0"/>
                      </a:moveTo>
                      <a:cubicBezTo>
                        <a:pt x="482" y="0"/>
                        <a:pt x="1" y="690"/>
                        <a:pt x="492" y="1181"/>
                      </a:cubicBezTo>
                      <a:cubicBezTo>
                        <a:pt x="650" y="1346"/>
                        <a:pt x="826" y="1415"/>
                        <a:pt x="995" y="1415"/>
                      </a:cubicBezTo>
                      <a:cubicBezTo>
                        <a:pt x="1543" y="1415"/>
                        <a:pt x="2013" y="696"/>
                        <a:pt x="1526" y="209"/>
                      </a:cubicBezTo>
                      <a:cubicBezTo>
                        <a:pt x="1372" y="62"/>
                        <a:pt x="1200" y="0"/>
                        <a:pt x="10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18"/>
                <p:cNvSpPr/>
                <p:nvPr/>
              </p:nvSpPr>
              <p:spPr>
                <a:xfrm>
                  <a:off x="-1459450" y="2087050"/>
                  <a:ext cx="50125" cy="35500"/>
                </a:xfrm>
                <a:custGeom>
                  <a:avLst/>
                  <a:gdLst/>
                  <a:ahLst/>
                  <a:cxnLst/>
                  <a:rect l="l" t="t" r="r" b="b"/>
                  <a:pathLst>
                    <a:path w="2005" h="1420" extrusionOk="0">
                      <a:moveTo>
                        <a:pt x="1041" y="1"/>
                      </a:moveTo>
                      <a:cubicBezTo>
                        <a:pt x="495" y="1"/>
                        <a:pt x="1" y="690"/>
                        <a:pt x="516" y="1182"/>
                      </a:cubicBezTo>
                      <a:cubicBezTo>
                        <a:pt x="669" y="1349"/>
                        <a:pt x="843" y="1419"/>
                        <a:pt x="1010" y="1419"/>
                      </a:cubicBezTo>
                      <a:cubicBezTo>
                        <a:pt x="1541" y="1419"/>
                        <a:pt x="2004" y="718"/>
                        <a:pt x="1519" y="209"/>
                      </a:cubicBezTo>
                      <a:cubicBezTo>
                        <a:pt x="1372"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18"/>
                <p:cNvSpPr/>
                <p:nvPr/>
              </p:nvSpPr>
              <p:spPr>
                <a:xfrm>
                  <a:off x="-1301500" y="2800275"/>
                  <a:ext cx="50225" cy="35800"/>
                </a:xfrm>
                <a:custGeom>
                  <a:avLst/>
                  <a:gdLst/>
                  <a:ahLst/>
                  <a:cxnLst/>
                  <a:rect l="l" t="t" r="r" b="b"/>
                  <a:pathLst>
                    <a:path w="2009" h="1432" extrusionOk="0">
                      <a:moveTo>
                        <a:pt x="1039" y="1"/>
                      </a:moveTo>
                      <a:cubicBezTo>
                        <a:pt x="494" y="1"/>
                        <a:pt x="0" y="705"/>
                        <a:pt x="490" y="1194"/>
                      </a:cubicBezTo>
                      <a:cubicBezTo>
                        <a:pt x="643" y="1362"/>
                        <a:pt x="818" y="1432"/>
                        <a:pt x="988" y="1432"/>
                      </a:cubicBezTo>
                      <a:cubicBezTo>
                        <a:pt x="1527" y="1432"/>
                        <a:pt x="2008" y="730"/>
                        <a:pt x="1523" y="222"/>
                      </a:cubicBezTo>
                      <a:cubicBezTo>
                        <a:pt x="1374" y="66"/>
                        <a:pt x="1204"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18"/>
                <p:cNvSpPr/>
                <p:nvPr/>
              </p:nvSpPr>
              <p:spPr>
                <a:xfrm>
                  <a:off x="-318925" y="2620600"/>
                  <a:ext cx="50950" cy="35400"/>
                </a:xfrm>
                <a:custGeom>
                  <a:avLst/>
                  <a:gdLst/>
                  <a:ahLst/>
                  <a:cxnLst/>
                  <a:rect l="l" t="t" r="r" b="b"/>
                  <a:pathLst>
                    <a:path w="2038" h="1416" extrusionOk="0">
                      <a:moveTo>
                        <a:pt x="1054" y="0"/>
                      </a:moveTo>
                      <a:cubicBezTo>
                        <a:pt x="504" y="0"/>
                        <a:pt x="1" y="714"/>
                        <a:pt x="519" y="1208"/>
                      </a:cubicBezTo>
                      <a:cubicBezTo>
                        <a:pt x="665" y="1354"/>
                        <a:pt x="832" y="1416"/>
                        <a:pt x="995" y="1416"/>
                      </a:cubicBezTo>
                      <a:cubicBezTo>
                        <a:pt x="1542" y="1416"/>
                        <a:pt x="2037" y="720"/>
                        <a:pt x="1522" y="205"/>
                      </a:cubicBezTo>
                      <a:cubicBezTo>
                        <a:pt x="1378" y="61"/>
                        <a:pt x="1214" y="0"/>
                        <a:pt x="10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18"/>
                <p:cNvSpPr/>
                <p:nvPr/>
              </p:nvSpPr>
              <p:spPr>
                <a:xfrm>
                  <a:off x="-2533950" y="2539950"/>
                  <a:ext cx="50750" cy="35925"/>
                </a:xfrm>
                <a:custGeom>
                  <a:avLst/>
                  <a:gdLst/>
                  <a:ahLst/>
                  <a:cxnLst/>
                  <a:rect l="l" t="t" r="r" b="b"/>
                  <a:pathLst>
                    <a:path w="2030" h="1437" extrusionOk="0">
                      <a:moveTo>
                        <a:pt x="1043" y="1"/>
                      </a:moveTo>
                      <a:cubicBezTo>
                        <a:pt x="496" y="1"/>
                        <a:pt x="1" y="697"/>
                        <a:pt x="516" y="1212"/>
                      </a:cubicBezTo>
                      <a:cubicBezTo>
                        <a:pt x="667" y="1370"/>
                        <a:pt x="840" y="1436"/>
                        <a:pt x="1007" y="1436"/>
                      </a:cubicBezTo>
                      <a:cubicBezTo>
                        <a:pt x="1548" y="1436"/>
                        <a:pt x="2030" y="743"/>
                        <a:pt x="1519" y="209"/>
                      </a:cubicBezTo>
                      <a:cubicBezTo>
                        <a:pt x="1373" y="63"/>
                        <a:pt x="1206" y="1"/>
                        <a:pt x="10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18"/>
                <p:cNvSpPr/>
                <p:nvPr/>
              </p:nvSpPr>
              <p:spPr>
                <a:xfrm>
                  <a:off x="-1714950" y="2379625"/>
                  <a:ext cx="50300" cy="35475"/>
                </a:xfrm>
                <a:custGeom>
                  <a:avLst/>
                  <a:gdLst/>
                  <a:ahLst/>
                  <a:cxnLst/>
                  <a:rect l="l" t="t" r="r" b="b"/>
                  <a:pathLst>
                    <a:path w="2012" h="1419" extrusionOk="0">
                      <a:moveTo>
                        <a:pt x="1048" y="0"/>
                      </a:moveTo>
                      <a:cubicBezTo>
                        <a:pt x="500" y="0"/>
                        <a:pt x="1" y="690"/>
                        <a:pt x="492" y="1181"/>
                      </a:cubicBezTo>
                      <a:cubicBezTo>
                        <a:pt x="645" y="1349"/>
                        <a:pt x="821" y="1418"/>
                        <a:pt x="991" y="1418"/>
                      </a:cubicBezTo>
                      <a:cubicBezTo>
                        <a:pt x="1530" y="1418"/>
                        <a:pt x="2011" y="717"/>
                        <a:pt x="1526" y="208"/>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18"/>
                <p:cNvSpPr/>
                <p:nvPr/>
              </p:nvSpPr>
              <p:spPr>
                <a:xfrm>
                  <a:off x="-2196675" y="3377800"/>
                  <a:ext cx="50400" cy="35075"/>
                </a:xfrm>
                <a:custGeom>
                  <a:avLst/>
                  <a:gdLst/>
                  <a:ahLst/>
                  <a:cxnLst/>
                  <a:rect l="l" t="t" r="r" b="b"/>
                  <a:pathLst>
                    <a:path w="2016" h="1403" extrusionOk="0">
                      <a:moveTo>
                        <a:pt x="1039" y="0"/>
                      </a:moveTo>
                      <a:cubicBezTo>
                        <a:pt x="495" y="0"/>
                        <a:pt x="1" y="704"/>
                        <a:pt x="491" y="1194"/>
                      </a:cubicBezTo>
                      <a:cubicBezTo>
                        <a:pt x="644" y="1341"/>
                        <a:pt x="816" y="1402"/>
                        <a:pt x="981" y="1402"/>
                      </a:cubicBezTo>
                      <a:cubicBezTo>
                        <a:pt x="1534" y="1402"/>
                        <a:pt x="2015" y="713"/>
                        <a:pt x="1524" y="221"/>
                      </a:cubicBezTo>
                      <a:cubicBezTo>
                        <a:pt x="1375" y="65"/>
                        <a:pt x="1205"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18"/>
                <p:cNvSpPr/>
                <p:nvPr/>
              </p:nvSpPr>
              <p:spPr>
                <a:xfrm>
                  <a:off x="-849425" y="3508825"/>
                  <a:ext cx="50500" cy="35400"/>
                </a:xfrm>
                <a:custGeom>
                  <a:avLst/>
                  <a:gdLst/>
                  <a:ahLst/>
                  <a:cxnLst/>
                  <a:rect l="l" t="t" r="r" b="b"/>
                  <a:pathLst>
                    <a:path w="2020" h="1416" extrusionOk="0">
                      <a:moveTo>
                        <a:pt x="1036" y="0"/>
                      </a:moveTo>
                      <a:cubicBezTo>
                        <a:pt x="483" y="0"/>
                        <a:pt x="0" y="696"/>
                        <a:pt x="492" y="1211"/>
                      </a:cubicBezTo>
                      <a:cubicBezTo>
                        <a:pt x="636" y="1355"/>
                        <a:pt x="800" y="1416"/>
                        <a:pt x="961" y="1416"/>
                      </a:cubicBezTo>
                      <a:cubicBezTo>
                        <a:pt x="1512" y="1416"/>
                        <a:pt x="2020" y="703"/>
                        <a:pt x="1526" y="208"/>
                      </a:cubicBezTo>
                      <a:cubicBezTo>
                        <a:pt x="1372" y="62"/>
                        <a:pt x="1201" y="0"/>
                        <a:pt x="10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18"/>
                <p:cNvSpPr/>
                <p:nvPr/>
              </p:nvSpPr>
              <p:spPr>
                <a:xfrm>
                  <a:off x="-601700" y="3131900"/>
                  <a:ext cx="50350" cy="35400"/>
                </a:xfrm>
                <a:custGeom>
                  <a:avLst/>
                  <a:gdLst/>
                  <a:ahLst/>
                  <a:cxnLst/>
                  <a:rect l="l" t="t" r="r" b="b"/>
                  <a:pathLst>
                    <a:path w="2014" h="1416" extrusionOk="0">
                      <a:moveTo>
                        <a:pt x="1047" y="1"/>
                      </a:moveTo>
                      <a:cubicBezTo>
                        <a:pt x="500" y="1"/>
                        <a:pt x="1" y="690"/>
                        <a:pt x="492" y="1182"/>
                      </a:cubicBezTo>
                      <a:cubicBezTo>
                        <a:pt x="643" y="1347"/>
                        <a:pt x="815" y="1415"/>
                        <a:pt x="983" y="1415"/>
                      </a:cubicBezTo>
                      <a:cubicBezTo>
                        <a:pt x="1525" y="1415"/>
                        <a:pt x="2013" y="697"/>
                        <a:pt x="1526"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18"/>
                <p:cNvSpPr/>
                <p:nvPr/>
              </p:nvSpPr>
              <p:spPr>
                <a:xfrm>
                  <a:off x="-1361600" y="4210950"/>
                  <a:ext cx="50300" cy="35475"/>
                </a:xfrm>
                <a:custGeom>
                  <a:avLst/>
                  <a:gdLst/>
                  <a:ahLst/>
                  <a:cxnLst/>
                  <a:rect l="l" t="t" r="r" b="b"/>
                  <a:pathLst>
                    <a:path w="2012" h="1419" extrusionOk="0">
                      <a:moveTo>
                        <a:pt x="1048" y="0"/>
                      </a:moveTo>
                      <a:cubicBezTo>
                        <a:pt x="500" y="0"/>
                        <a:pt x="1" y="690"/>
                        <a:pt x="492" y="1181"/>
                      </a:cubicBezTo>
                      <a:cubicBezTo>
                        <a:pt x="645" y="1349"/>
                        <a:pt x="821" y="1419"/>
                        <a:pt x="991" y="1419"/>
                      </a:cubicBezTo>
                      <a:cubicBezTo>
                        <a:pt x="1530" y="1419"/>
                        <a:pt x="2011" y="717"/>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18"/>
                <p:cNvSpPr/>
                <p:nvPr/>
              </p:nvSpPr>
              <p:spPr>
                <a:xfrm>
                  <a:off x="-527900" y="4660900"/>
                  <a:ext cx="51000" cy="35825"/>
                </a:xfrm>
                <a:custGeom>
                  <a:avLst/>
                  <a:gdLst/>
                  <a:ahLst/>
                  <a:cxnLst/>
                  <a:rect l="l" t="t" r="r" b="b"/>
                  <a:pathLst>
                    <a:path w="2040" h="1433" extrusionOk="0">
                      <a:moveTo>
                        <a:pt x="1068" y="1"/>
                      </a:moveTo>
                      <a:cubicBezTo>
                        <a:pt x="504" y="1"/>
                        <a:pt x="1" y="714"/>
                        <a:pt x="519" y="1208"/>
                      </a:cubicBezTo>
                      <a:cubicBezTo>
                        <a:pt x="670" y="1366"/>
                        <a:pt x="843" y="1432"/>
                        <a:pt x="1010" y="1432"/>
                      </a:cubicBezTo>
                      <a:cubicBezTo>
                        <a:pt x="1552" y="1432"/>
                        <a:pt x="2040" y="739"/>
                        <a:pt x="1552" y="205"/>
                      </a:cubicBezTo>
                      <a:cubicBezTo>
                        <a:pt x="1402" y="61"/>
                        <a:pt x="1232" y="1"/>
                        <a:pt x="10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18"/>
                <p:cNvSpPr/>
                <p:nvPr/>
              </p:nvSpPr>
              <p:spPr>
                <a:xfrm>
                  <a:off x="-599950" y="4282075"/>
                  <a:ext cx="50800" cy="35075"/>
                </a:xfrm>
                <a:custGeom>
                  <a:avLst/>
                  <a:gdLst/>
                  <a:ahLst/>
                  <a:cxnLst/>
                  <a:rect l="l" t="t" r="r" b="b"/>
                  <a:pathLst>
                    <a:path w="2032" h="1403" extrusionOk="0">
                      <a:moveTo>
                        <a:pt x="1032" y="0"/>
                      </a:moveTo>
                      <a:cubicBezTo>
                        <a:pt x="489" y="0"/>
                        <a:pt x="0" y="704"/>
                        <a:pt x="513" y="1194"/>
                      </a:cubicBezTo>
                      <a:cubicBezTo>
                        <a:pt x="660" y="1340"/>
                        <a:pt x="828" y="1402"/>
                        <a:pt x="991" y="1402"/>
                      </a:cubicBezTo>
                      <a:cubicBezTo>
                        <a:pt x="1537" y="1402"/>
                        <a:pt x="2031" y="712"/>
                        <a:pt x="1516" y="221"/>
                      </a:cubicBezTo>
                      <a:cubicBezTo>
                        <a:pt x="1368" y="65"/>
                        <a:pt x="119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18"/>
                <p:cNvSpPr/>
                <p:nvPr/>
              </p:nvSpPr>
              <p:spPr>
                <a:xfrm>
                  <a:off x="512475" y="4625075"/>
                  <a:ext cx="50700" cy="35500"/>
                </a:xfrm>
                <a:custGeom>
                  <a:avLst/>
                  <a:gdLst/>
                  <a:ahLst/>
                  <a:cxnLst/>
                  <a:rect l="l" t="t" r="r" b="b"/>
                  <a:pathLst>
                    <a:path w="2028" h="1420" extrusionOk="0">
                      <a:moveTo>
                        <a:pt x="1041" y="1"/>
                      </a:moveTo>
                      <a:cubicBezTo>
                        <a:pt x="495" y="1"/>
                        <a:pt x="1" y="691"/>
                        <a:pt x="516" y="1182"/>
                      </a:cubicBezTo>
                      <a:cubicBezTo>
                        <a:pt x="669" y="1350"/>
                        <a:pt x="844" y="1419"/>
                        <a:pt x="1014" y="1419"/>
                      </a:cubicBezTo>
                      <a:cubicBezTo>
                        <a:pt x="1552" y="1419"/>
                        <a:pt x="2027" y="718"/>
                        <a:pt x="1519" y="209"/>
                      </a:cubicBezTo>
                      <a:cubicBezTo>
                        <a:pt x="1372" y="63"/>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18"/>
                <p:cNvSpPr/>
                <p:nvPr/>
              </p:nvSpPr>
              <p:spPr>
                <a:xfrm>
                  <a:off x="235925" y="1842825"/>
                  <a:ext cx="50975" cy="35075"/>
                </a:xfrm>
                <a:custGeom>
                  <a:avLst/>
                  <a:gdLst/>
                  <a:ahLst/>
                  <a:cxnLst/>
                  <a:rect l="l" t="t" r="r" b="b"/>
                  <a:pathLst>
                    <a:path w="2039" h="1403" extrusionOk="0">
                      <a:moveTo>
                        <a:pt x="1046" y="0"/>
                      </a:moveTo>
                      <a:cubicBezTo>
                        <a:pt x="489" y="0"/>
                        <a:pt x="1" y="704"/>
                        <a:pt x="514" y="1194"/>
                      </a:cubicBezTo>
                      <a:cubicBezTo>
                        <a:pt x="660" y="1341"/>
                        <a:pt x="828" y="1402"/>
                        <a:pt x="992" y="1402"/>
                      </a:cubicBezTo>
                      <a:cubicBezTo>
                        <a:pt x="1539" y="1402"/>
                        <a:pt x="2038" y="713"/>
                        <a:pt x="1547" y="221"/>
                      </a:cubicBezTo>
                      <a:cubicBezTo>
                        <a:pt x="1391" y="65"/>
                        <a:pt x="1215" y="0"/>
                        <a:pt x="10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18"/>
                <p:cNvSpPr/>
                <p:nvPr/>
              </p:nvSpPr>
              <p:spPr>
                <a:xfrm>
                  <a:off x="968350" y="1967100"/>
                  <a:ext cx="49650" cy="35825"/>
                </a:xfrm>
                <a:custGeom>
                  <a:avLst/>
                  <a:gdLst/>
                  <a:ahLst/>
                  <a:cxnLst/>
                  <a:rect l="l" t="t" r="r" b="b"/>
                  <a:pathLst>
                    <a:path w="1986" h="1433" extrusionOk="0">
                      <a:moveTo>
                        <a:pt x="1053" y="0"/>
                      </a:moveTo>
                      <a:cubicBezTo>
                        <a:pt x="503" y="0"/>
                        <a:pt x="0" y="713"/>
                        <a:pt x="518" y="1208"/>
                      </a:cubicBezTo>
                      <a:cubicBezTo>
                        <a:pt x="669" y="1366"/>
                        <a:pt x="838" y="1432"/>
                        <a:pt x="1001" y="1432"/>
                      </a:cubicBezTo>
                      <a:cubicBezTo>
                        <a:pt x="1528" y="1432"/>
                        <a:pt x="1985" y="739"/>
                        <a:pt x="1521" y="205"/>
                      </a:cubicBezTo>
                      <a:cubicBezTo>
                        <a:pt x="1377" y="61"/>
                        <a:pt x="1213" y="0"/>
                        <a:pt x="105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18"/>
                <p:cNvSpPr/>
                <p:nvPr/>
              </p:nvSpPr>
              <p:spPr>
                <a:xfrm>
                  <a:off x="54900" y="585200"/>
                  <a:ext cx="50225" cy="35800"/>
                </a:xfrm>
                <a:custGeom>
                  <a:avLst/>
                  <a:gdLst/>
                  <a:ahLst/>
                  <a:cxnLst/>
                  <a:rect l="l" t="t" r="r" b="b"/>
                  <a:pathLst>
                    <a:path w="2009" h="1432" extrusionOk="0">
                      <a:moveTo>
                        <a:pt x="1026" y="1"/>
                      </a:moveTo>
                      <a:cubicBezTo>
                        <a:pt x="476" y="1"/>
                        <a:pt x="0" y="705"/>
                        <a:pt x="490" y="1194"/>
                      </a:cubicBezTo>
                      <a:cubicBezTo>
                        <a:pt x="643" y="1362"/>
                        <a:pt x="819" y="1432"/>
                        <a:pt x="989" y="1432"/>
                      </a:cubicBezTo>
                      <a:cubicBezTo>
                        <a:pt x="1528" y="1432"/>
                        <a:pt x="2009" y="730"/>
                        <a:pt x="1523" y="222"/>
                      </a:cubicBezTo>
                      <a:cubicBezTo>
                        <a:pt x="1368" y="66"/>
                        <a:pt x="1194" y="1"/>
                        <a:pt x="102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18"/>
                <p:cNvSpPr/>
                <p:nvPr/>
              </p:nvSpPr>
              <p:spPr>
                <a:xfrm>
                  <a:off x="-2734675" y="3180225"/>
                  <a:ext cx="50225" cy="35075"/>
                </a:xfrm>
                <a:custGeom>
                  <a:avLst/>
                  <a:gdLst/>
                  <a:ahLst/>
                  <a:cxnLst/>
                  <a:rect l="l" t="t" r="r" b="b"/>
                  <a:pathLst>
                    <a:path w="2009" h="1403" extrusionOk="0">
                      <a:moveTo>
                        <a:pt x="1013" y="0"/>
                      </a:moveTo>
                      <a:cubicBezTo>
                        <a:pt x="477" y="0"/>
                        <a:pt x="1" y="705"/>
                        <a:pt x="490" y="1194"/>
                      </a:cubicBezTo>
                      <a:cubicBezTo>
                        <a:pt x="637" y="1341"/>
                        <a:pt x="805" y="1402"/>
                        <a:pt x="968" y="1402"/>
                      </a:cubicBezTo>
                      <a:cubicBezTo>
                        <a:pt x="1514" y="1402"/>
                        <a:pt x="2008" y="713"/>
                        <a:pt x="1493" y="221"/>
                      </a:cubicBezTo>
                      <a:cubicBezTo>
                        <a:pt x="1345" y="66"/>
                        <a:pt x="1176"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18"/>
                <p:cNvSpPr/>
                <p:nvPr/>
              </p:nvSpPr>
              <p:spPr>
                <a:xfrm>
                  <a:off x="-3560675" y="2610300"/>
                  <a:ext cx="50300" cy="35700"/>
                </a:xfrm>
                <a:custGeom>
                  <a:avLst/>
                  <a:gdLst/>
                  <a:ahLst/>
                  <a:cxnLst/>
                  <a:rect l="l" t="t" r="r" b="b"/>
                  <a:pathLst>
                    <a:path w="2012" h="1428" extrusionOk="0">
                      <a:moveTo>
                        <a:pt x="1039" y="1"/>
                      </a:moveTo>
                      <a:cubicBezTo>
                        <a:pt x="494" y="1"/>
                        <a:pt x="1" y="705"/>
                        <a:pt x="490" y="1194"/>
                      </a:cubicBezTo>
                      <a:cubicBezTo>
                        <a:pt x="648" y="1359"/>
                        <a:pt x="824" y="1428"/>
                        <a:pt x="993" y="1428"/>
                      </a:cubicBezTo>
                      <a:cubicBezTo>
                        <a:pt x="1541" y="1428"/>
                        <a:pt x="2011" y="709"/>
                        <a:pt x="1524" y="222"/>
                      </a:cubicBezTo>
                      <a:cubicBezTo>
                        <a:pt x="1375" y="66"/>
                        <a:pt x="1205"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18"/>
                <p:cNvSpPr/>
                <p:nvPr/>
              </p:nvSpPr>
              <p:spPr>
                <a:xfrm>
                  <a:off x="-2691350" y="1535075"/>
                  <a:ext cx="50375" cy="35075"/>
                </a:xfrm>
                <a:custGeom>
                  <a:avLst/>
                  <a:gdLst/>
                  <a:ahLst/>
                  <a:cxnLst/>
                  <a:rect l="l" t="t" r="r" b="b"/>
                  <a:pathLst>
                    <a:path w="2015" h="1403" extrusionOk="0">
                      <a:moveTo>
                        <a:pt x="1039" y="0"/>
                      </a:moveTo>
                      <a:cubicBezTo>
                        <a:pt x="494" y="0"/>
                        <a:pt x="0" y="704"/>
                        <a:pt x="490" y="1194"/>
                      </a:cubicBezTo>
                      <a:cubicBezTo>
                        <a:pt x="651" y="1340"/>
                        <a:pt x="826" y="1402"/>
                        <a:pt x="993" y="1402"/>
                      </a:cubicBezTo>
                      <a:cubicBezTo>
                        <a:pt x="1551" y="1402"/>
                        <a:pt x="2015" y="712"/>
                        <a:pt x="1523" y="221"/>
                      </a:cubicBezTo>
                      <a:cubicBezTo>
                        <a:pt x="1375" y="65"/>
                        <a:pt x="1204"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18"/>
                <p:cNvSpPr/>
                <p:nvPr/>
              </p:nvSpPr>
              <p:spPr>
                <a:xfrm>
                  <a:off x="-1786450" y="914650"/>
                  <a:ext cx="50525" cy="35400"/>
                </a:xfrm>
                <a:custGeom>
                  <a:avLst/>
                  <a:gdLst/>
                  <a:ahLst/>
                  <a:cxnLst/>
                  <a:rect l="l" t="t" r="r" b="b"/>
                  <a:pathLst>
                    <a:path w="2021" h="1416" extrusionOk="0">
                      <a:moveTo>
                        <a:pt x="1060" y="0"/>
                      </a:moveTo>
                      <a:cubicBezTo>
                        <a:pt x="509" y="0"/>
                        <a:pt x="1" y="713"/>
                        <a:pt x="495" y="1208"/>
                      </a:cubicBezTo>
                      <a:cubicBezTo>
                        <a:pt x="649" y="1354"/>
                        <a:pt x="820" y="1416"/>
                        <a:pt x="984" y="1416"/>
                      </a:cubicBezTo>
                      <a:cubicBezTo>
                        <a:pt x="1538" y="1416"/>
                        <a:pt x="2021" y="720"/>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18"/>
                <p:cNvSpPr/>
                <p:nvPr/>
              </p:nvSpPr>
              <p:spPr>
                <a:xfrm>
                  <a:off x="-1588800" y="242050"/>
                  <a:ext cx="50350" cy="35925"/>
                </a:xfrm>
                <a:custGeom>
                  <a:avLst/>
                  <a:gdLst/>
                  <a:ahLst/>
                  <a:cxnLst/>
                  <a:rect l="l" t="t" r="r" b="b"/>
                  <a:pathLst>
                    <a:path w="2014" h="1437" extrusionOk="0">
                      <a:moveTo>
                        <a:pt x="1049" y="1"/>
                      </a:moveTo>
                      <a:cubicBezTo>
                        <a:pt x="501" y="1"/>
                        <a:pt x="0" y="696"/>
                        <a:pt x="492" y="1212"/>
                      </a:cubicBezTo>
                      <a:cubicBezTo>
                        <a:pt x="650" y="1370"/>
                        <a:pt x="827" y="1436"/>
                        <a:pt x="996" y="1436"/>
                      </a:cubicBezTo>
                      <a:cubicBezTo>
                        <a:pt x="1543" y="1436"/>
                        <a:pt x="2013" y="743"/>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18"/>
                <p:cNvSpPr/>
                <p:nvPr/>
              </p:nvSpPr>
              <p:spPr>
                <a:xfrm>
                  <a:off x="-943650" y="276250"/>
                  <a:ext cx="50325" cy="35900"/>
                </a:xfrm>
                <a:custGeom>
                  <a:avLst/>
                  <a:gdLst/>
                  <a:ahLst/>
                  <a:cxnLst/>
                  <a:rect l="l" t="t" r="r" b="b"/>
                  <a:pathLst>
                    <a:path w="2013" h="1436" extrusionOk="0">
                      <a:moveTo>
                        <a:pt x="1049" y="0"/>
                      </a:moveTo>
                      <a:cubicBezTo>
                        <a:pt x="501" y="0"/>
                        <a:pt x="0" y="696"/>
                        <a:pt x="492" y="1212"/>
                      </a:cubicBezTo>
                      <a:cubicBezTo>
                        <a:pt x="643" y="1370"/>
                        <a:pt x="816" y="1436"/>
                        <a:pt x="983" y="1436"/>
                      </a:cubicBezTo>
                      <a:cubicBezTo>
                        <a:pt x="1525" y="1436"/>
                        <a:pt x="2013" y="742"/>
                        <a:pt x="1525" y="209"/>
                      </a:cubicBezTo>
                      <a:cubicBezTo>
                        <a:pt x="1379" y="62"/>
                        <a:pt x="1212" y="0"/>
                        <a:pt x="10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18"/>
                <p:cNvSpPr/>
                <p:nvPr/>
              </p:nvSpPr>
              <p:spPr>
                <a:xfrm>
                  <a:off x="-625325" y="-57250"/>
                  <a:ext cx="50475" cy="35725"/>
                </a:xfrm>
                <a:custGeom>
                  <a:avLst/>
                  <a:gdLst/>
                  <a:ahLst/>
                  <a:cxnLst/>
                  <a:rect l="l" t="t" r="r" b="b"/>
                  <a:pathLst>
                    <a:path w="2019" h="1429" extrusionOk="0">
                      <a:moveTo>
                        <a:pt x="1047" y="0"/>
                      </a:moveTo>
                      <a:cubicBezTo>
                        <a:pt x="491" y="0"/>
                        <a:pt x="0" y="714"/>
                        <a:pt x="495" y="1208"/>
                      </a:cubicBezTo>
                      <a:cubicBezTo>
                        <a:pt x="643" y="1363"/>
                        <a:pt x="813" y="1428"/>
                        <a:pt x="978" y="1428"/>
                      </a:cubicBezTo>
                      <a:cubicBezTo>
                        <a:pt x="1523" y="1428"/>
                        <a:pt x="2018" y="718"/>
                        <a:pt x="1528" y="205"/>
                      </a:cubicBezTo>
                      <a:cubicBezTo>
                        <a:pt x="1377" y="61"/>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18"/>
                <p:cNvSpPr/>
                <p:nvPr/>
              </p:nvSpPr>
              <p:spPr>
                <a:xfrm>
                  <a:off x="1081525" y="3719750"/>
                  <a:ext cx="50375" cy="35075"/>
                </a:xfrm>
                <a:custGeom>
                  <a:avLst/>
                  <a:gdLst/>
                  <a:ahLst/>
                  <a:cxnLst/>
                  <a:rect l="l" t="t" r="r" b="b"/>
                  <a:pathLst>
                    <a:path w="2015" h="1403" extrusionOk="0">
                      <a:moveTo>
                        <a:pt x="1038" y="0"/>
                      </a:moveTo>
                      <a:cubicBezTo>
                        <a:pt x="494" y="0"/>
                        <a:pt x="0" y="704"/>
                        <a:pt x="490" y="1194"/>
                      </a:cubicBezTo>
                      <a:cubicBezTo>
                        <a:pt x="643" y="1341"/>
                        <a:pt x="815" y="1402"/>
                        <a:pt x="980" y="1402"/>
                      </a:cubicBezTo>
                      <a:cubicBezTo>
                        <a:pt x="1533" y="1402"/>
                        <a:pt x="2014" y="713"/>
                        <a:pt x="1523" y="221"/>
                      </a:cubicBezTo>
                      <a:cubicBezTo>
                        <a:pt x="1374" y="65"/>
                        <a:pt x="1204" y="0"/>
                        <a:pt x="103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18"/>
                <p:cNvSpPr/>
                <p:nvPr/>
              </p:nvSpPr>
              <p:spPr>
                <a:xfrm>
                  <a:off x="1127050" y="4295300"/>
                  <a:ext cx="50475" cy="35725"/>
                </a:xfrm>
                <a:custGeom>
                  <a:avLst/>
                  <a:gdLst/>
                  <a:ahLst/>
                  <a:cxnLst/>
                  <a:rect l="l" t="t" r="r" b="b"/>
                  <a:pathLst>
                    <a:path w="2019" h="1429" extrusionOk="0">
                      <a:moveTo>
                        <a:pt x="1049" y="1"/>
                      </a:moveTo>
                      <a:cubicBezTo>
                        <a:pt x="501" y="1"/>
                        <a:pt x="0" y="696"/>
                        <a:pt x="492" y="1212"/>
                      </a:cubicBezTo>
                      <a:cubicBezTo>
                        <a:pt x="645" y="1365"/>
                        <a:pt x="816" y="1429"/>
                        <a:pt x="980" y="1429"/>
                      </a:cubicBezTo>
                      <a:cubicBezTo>
                        <a:pt x="1534" y="1429"/>
                        <a:pt x="2018" y="701"/>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18"/>
                <p:cNvSpPr/>
                <p:nvPr/>
              </p:nvSpPr>
              <p:spPr>
                <a:xfrm>
                  <a:off x="1924175" y="4419925"/>
                  <a:ext cx="50350" cy="35375"/>
                </a:xfrm>
                <a:custGeom>
                  <a:avLst/>
                  <a:gdLst/>
                  <a:ahLst/>
                  <a:cxnLst/>
                  <a:rect l="l" t="t" r="r" b="b"/>
                  <a:pathLst>
                    <a:path w="2014" h="1415" extrusionOk="0">
                      <a:moveTo>
                        <a:pt x="1048" y="0"/>
                      </a:moveTo>
                      <a:cubicBezTo>
                        <a:pt x="500" y="0"/>
                        <a:pt x="1" y="690"/>
                        <a:pt x="492" y="1181"/>
                      </a:cubicBezTo>
                      <a:cubicBezTo>
                        <a:pt x="657" y="1346"/>
                        <a:pt x="838" y="1415"/>
                        <a:pt x="1008" y="1415"/>
                      </a:cubicBezTo>
                      <a:cubicBezTo>
                        <a:pt x="1561" y="1415"/>
                        <a:pt x="2014" y="696"/>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861" name="Google Shape;2861;p18"/>
          <p:cNvSpPr txBox="1">
            <a:spLocks noGrp="1"/>
          </p:cNvSpPr>
          <p:nvPr>
            <p:ph type="subTitle" idx="1"/>
          </p:nvPr>
        </p:nvSpPr>
        <p:spPr>
          <a:xfrm>
            <a:off x="4905375" y="2268425"/>
            <a:ext cx="2505000" cy="87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4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2862" name="Google Shape;2862;p18"/>
          <p:cNvSpPr txBox="1">
            <a:spLocks noGrp="1"/>
          </p:cNvSpPr>
          <p:nvPr>
            <p:ph type="title"/>
          </p:nvPr>
        </p:nvSpPr>
        <p:spPr>
          <a:xfrm>
            <a:off x="4905375" y="1565225"/>
            <a:ext cx="2505000" cy="70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14">
    <p:spTree>
      <p:nvGrpSpPr>
        <p:cNvPr id="1" name="Shape 3000"/>
        <p:cNvGrpSpPr/>
        <p:nvPr/>
      </p:nvGrpSpPr>
      <p:grpSpPr>
        <a:xfrm>
          <a:off x="0" y="0"/>
          <a:ext cx="0" cy="0"/>
          <a:chOff x="0" y="0"/>
          <a:chExt cx="0" cy="0"/>
        </a:xfrm>
      </p:grpSpPr>
      <p:grpSp>
        <p:nvGrpSpPr>
          <p:cNvPr id="3001" name="Google Shape;3001;p20"/>
          <p:cNvGrpSpPr/>
          <p:nvPr/>
        </p:nvGrpSpPr>
        <p:grpSpPr>
          <a:xfrm flipH="1">
            <a:off x="2228725" y="-1474362"/>
            <a:ext cx="9036625" cy="5462925"/>
            <a:chOff x="-1554275" y="-744050"/>
            <a:chExt cx="9036625" cy="5462925"/>
          </a:xfrm>
        </p:grpSpPr>
        <p:sp>
          <p:nvSpPr>
            <p:cNvPr id="3002" name="Google Shape;3002;p20"/>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20"/>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4" name="Google Shape;3004;p20"/>
            <p:cNvGrpSpPr/>
            <p:nvPr/>
          </p:nvGrpSpPr>
          <p:grpSpPr>
            <a:xfrm>
              <a:off x="-1554275" y="-744050"/>
              <a:ext cx="9036625" cy="5462925"/>
              <a:chOff x="-1554275" y="-744050"/>
              <a:chExt cx="9036625" cy="5462925"/>
            </a:xfrm>
          </p:grpSpPr>
          <p:sp>
            <p:nvSpPr>
              <p:cNvPr id="3005" name="Google Shape;3005;p20"/>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20"/>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20"/>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20"/>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20"/>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20"/>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20"/>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20"/>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20"/>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20"/>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20"/>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20"/>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20"/>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20"/>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20"/>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20"/>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20"/>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20"/>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20"/>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20"/>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20"/>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20"/>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20"/>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20"/>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20"/>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20"/>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20"/>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20"/>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20"/>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20"/>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20"/>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20"/>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20"/>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20"/>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20"/>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20"/>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20"/>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20"/>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20"/>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20"/>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20"/>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20"/>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20"/>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20"/>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20"/>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20"/>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20"/>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20"/>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20"/>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20"/>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20"/>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20"/>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20"/>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20"/>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20"/>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20"/>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20"/>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20"/>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20"/>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20"/>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20"/>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20"/>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20"/>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20"/>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20"/>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20"/>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20"/>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20"/>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20"/>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20"/>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20"/>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20"/>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20"/>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20"/>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20"/>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20"/>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20"/>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20"/>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20"/>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20"/>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20"/>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20"/>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20"/>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20"/>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20"/>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20"/>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20"/>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20"/>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20"/>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20"/>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20"/>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20"/>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20"/>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20"/>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20"/>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20"/>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20"/>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20"/>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20"/>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20"/>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20"/>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20"/>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20"/>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20"/>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20"/>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20"/>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20"/>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20"/>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20"/>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20"/>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20"/>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20"/>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20"/>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20"/>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20"/>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20"/>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20"/>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20"/>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20"/>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20"/>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20"/>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20"/>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27" name="Google Shape;3127;p20"/>
          <p:cNvGrpSpPr/>
          <p:nvPr/>
        </p:nvGrpSpPr>
        <p:grpSpPr>
          <a:xfrm rot="10800000" flipH="1">
            <a:off x="-2899062" y="795488"/>
            <a:ext cx="9036625" cy="5462925"/>
            <a:chOff x="-1554275" y="-744050"/>
            <a:chExt cx="9036625" cy="5462925"/>
          </a:xfrm>
        </p:grpSpPr>
        <p:sp>
          <p:nvSpPr>
            <p:cNvPr id="3128" name="Google Shape;3128;p20"/>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20"/>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0" name="Google Shape;3130;p20"/>
            <p:cNvGrpSpPr/>
            <p:nvPr/>
          </p:nvGrpSpPr>
          <p:grpSpPr>
            <a:xfrm>
              <a:off x="-1554275" y="-744050"/>
              <a:ext cx="9036625" cy="5462925"/>
              <a:chOff x="-1554275" y="-744050"/>
              <a:chExt cx="9036625" cy="5462925"/>
            </a:xfrm>
          </p:grpSpPr>
          <p:sp>
            <p:nvSpPr>
              <p:cNvPr id="3131" name="Google Shape;3131;p20"/>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20"/>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20"/>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20"/>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20"/>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20"/>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20"/>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20"/>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20"/>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20"/>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20"/>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20"/>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20"/>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20"/>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20"/>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20"/>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20"/>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20"/>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20"/>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20"/>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20"/>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20"/>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20"/>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20"/>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20"/>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20"/>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20"/>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20"/>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20"/>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20"/>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20"/>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20"/>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20"/>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20"/>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20"/>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20"/>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20"/>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20"/>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20"/>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20"/>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20"/>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20"/>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20"/>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20"/>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20"/>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20"/>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20"/>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20"/>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20"/>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20"/>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20"/>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20"/>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20"/>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20"/>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20"/>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20"/>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20"/>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20"/>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20"/>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20"/>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20"/>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20"/>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20"/>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20"/>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20"/>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20"/>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20"/>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20"/>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20"/>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20"/>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20"/>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20"/>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20"/>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20"/>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20"/>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20"/>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20"/>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20"/>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20"/>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20"/>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20"/>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20"/>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20"/>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20"/>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20"/>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20"/>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20"/>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20"/>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20"/>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20"/>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20"/>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20"/>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20"/>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20"/>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20"/>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20"/>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20"/>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20"/>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20"/>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20"/>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20"/>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20"/>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20"/>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0"/>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0"/>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20"/>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20"/>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20"/>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20"/>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20"/>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20"/>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20"/>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20"/>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20"/>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20"/>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20"/>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20"/>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20"/>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20"/>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20"/>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20"/>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20"/>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53" name="Google Shape;3253;p20"/>
          <p:cNvSpPr txBox="1">
            <a:spLocks noGrp="1"/>
          </p:cNvSpPr>
          <p:nvPr>
            <p:ph type="subTitle" idx="1"/>
          </p:nvPr>
        </p:nvSpPr>
        <p:spPr>
          <a:xfrm>
            <a:off x="1323393" y="2913775"/>
            <a:ext cx="2147100" cy="34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254" name="Google Shape;3254;p20"/>
          <p:cNvSpPr txBox="1">
            <a:spLocks noGrp="1"/>
          </p:cNvSpPr>
          <p:nvPr>
            <p:ph type="subTitle" idx="2"/>
          </p:nvPr>
        </p:nvSpPr>
        <p:spPr>
          <a:xfrm>
            <a:off x="3498461" y="2913775"/>
            <a:ext cx="2147100" cy="34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255" name="Google Shape;3255;p20"/>
          <p:cNvSpPr txBox="1">
            <a:spLocks noGrp="1"/>
          </p:cNvSpPr>
          <p:nvPr>
            <p:ph type="subTitle" idx="3"/>
          </p:nvPr>
        </p:nvSpPr>
        <p:spPr>
          <a:xfrm>
            <a:off x="5673519" y="2913775"/>
            <a:ext cx="2147100" cy="34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256" name="Google Shape;3256;p20"/>
          <p:cNvSpPr txBox="1">
            <a:spLocks noGrp="1"/>
          </p:cNvSpPr>
          <p:nvPr>
            <p:ph type="subTitle" idx="4"/>
          </p:nvPr>
        </p:nvSpPr>
        <p:spPr>
          <a:xfrm>
            <a:off x="1323381" y="3283950"/>
            <a:ext cx="2147100" cy="48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257" name="Google Shape;3257;p20"/>
          <p:cNvSpPr txBox="1">
            <a:spLocks noGrp="1"/>
          </p:cNvSpPr>
          <p:nvPr>
            <p:ph type="subTitle" idx="5"/>
          </p:nvPr>
        </p:nvSpPr>
        <p:spPr>
          <a:xfrm>
            <a:off x="3498449" y="3284165"/>
            <a:ext cx="2147100" cy="48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258" name="Google Shape;3258;p20"/>
          <p:cNvSpPr txBox="1">
            <a:spLocks noGrp="1"/>
          </p:cNvSpPr>
          <p:nvPr>
            <p:ph type="subTitle" idx="6"/>
          </p:nvPr>
        </p:nvSpPr>
        <p:spPr>
          <a:xfrm>
            <a:off x="5673506" y="3284165"/>
            <a:ext cx="2147100" cy="48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259" name="Google Shape;3259;p20"/>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11">
    <p:spTree>
      <p:nvGrpSpPr>
        <p:cNvPr id="1" name="Shape 3592"/>
        <p:cNvGrpSpPr/>
        <p:nvPr/>
      </p:nvGrpSpPr>
      <p:grpSpPr>
        <a:xfrm>
          <a:off x="0" y="0"/>
          <a:ext cx="0" cy="0"/>
          <a:chOff x="0" y="0"/>
          <a:chExt cx="0" cy="0"/>
        </a:xfrm>
      </p:grpSpPr>
      <p:sp>
        <p:nvSpPr>
          <p:cNvPr id="3593" name="Google Shape;3593;p22"/>
          <p:cNvSpPr txBox="1">
            <a:spLocks noGrp="1"/>
          </p:cNvSpPr>
          <p:nvPr>
            <p:ph type="subTitle" idx="1"/>
          </p:nvPr>
        </p:nvSpPr>
        <p:spPr>
          <a:xfrm>
            <a:off x="2686051" y="1635452"/>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4" name="Google Shape;3594;p22"/>
          <p:cNvSpPr txBox="1">
            <a:spLocks noGrp="1"/>
          </p:cNvSpPr>
          <p:nvPr>
            <p:ph type="subTitle" idx="2"/>
          </p:nvPr>
        </p:nvSpPr>
        <p:spPr>
          <a:xfrm>
            <a:off x="2686061" y="3231372"/>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5" name="Google Shape;3595;p22"/>
          <p:cNvSpPr txBox="1">
            <a:spLocks noGrp="1"/>
          </p:cNvSpPr>
          <p:nvPr>
            <p:ph type="subTitle" idx="3"/>
          </p:nvPr>
        </p:nvSpPr>
        <p:spPr>
          <a:xfrm>
            <a:off x="5558220" y="1635450"/>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6" name="Google Shape;3596;p22"/>
          <p:cNvSpPr txBox="1">
            <a:spLocks noGrp="1"/>
          </p:cNvSpPr>
          <p:nvPr>
            <p:ph type="subTitle" idx="4"/>
          </p:nvPr>
        </p:nvSpPr>
        <p:spPr>
          <a:xfrm>
            <a:off x="5558220" y="3231370"/>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7" name="Google Shape;3597;p22"/>
          <p:cNvSpPr txBox="1">
            <a:spLocks noGrp="1"/>
          </p:cNvSpPr>
          <p:nvPr>
            <p:ph type="subTitle" idx="5"/>
          </p:nvPr>
        </p:nvSpPr>
        <p:spPr>
          <a:xfrm>
            <a:off x="2686050" y="2110777"/>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8" name="Google Shape;3598;p22"/>
          <p:cNvSpPr txBox="1">
            <a:spLocks noGrp="1"/>
          </p:cNvSpPr>
          <p:nvPr>
            <p:ph type="subTitle" idx="6"/>
          </p:nvPr>
        </p:nvSpPr>
        <p:spPr>
          <a:xfrm>
            <a:off x="2686050" y="3706701"/>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9" name="Google Shape;3599;p22"/>
          <p:cNvSpPr txBox="1">
            <a:spLocks noGrp="1"/>
          </p:cNvSpPr>
          <p:nvPr>
            <p:ph type="subTitle" idx="7"/>
          </p:nvPr>
        </p:nvSpPr>
        <p:spPr>
          <a:xfrm>
            <a:off x="5558221" y="2110775"/>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600" name="Google Shape;3600;p22"/>
          <p:cNvSpPr txBox="1">
            <a:spLocks noGrp="1"/>
          </p:cNvSpPr>
          <p:nvPr>
            <p:ph type="subTitle" idx="8"/>
          </p:nvPr>
        </p:nvSpPr>
        <p:spPr>
          <a:xfrm>
            <a:off x="5558218" y="3706699"/>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601" name="Google Shape;3601;p22"/>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3602" name="Google Shape;3602;p22"/>
          <p:cNvGrpSpPr/>
          <p:nvPr/>
        </p:nvGrpSpPr>
        <p:grpSpPr>
          <a:xfrm rot="10800000" flipH="1">
            <a:off x="-1376787" y="1167675"/>
            <a:ext cx="9036625" cy="5462925"/>
            <a:chOff x="-1554275" y="-744050"/>
            <a:chExt cx="9036625" cy="5462925"/>
          </a:xfrm>
        </p:grpSpPr>
        <p:sp>
          <p:nvSpPr>
            <p:cNvPr id="3603" name="Google Shape;3603;p22"/>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22"/>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5" name="Google Shape;3605;p22"/>
            <p:cNvGrpSpPr/>
            <p:nvPr/>
          </p:nvGrpSpPr>
          <p:grpSpPr>
            <a:xfrm>
              <a:off x="-1554275" y="-744050"/>
              <a:ext cx="9036625" cy="5462925"/>
              <a:chOff x="-1554275" y="-744050"/>
              <a:chExt cx="9036625" cy="5462925"/>
            </a:xfrm>
          </p:grpSpPr>
          <p:sp>
            <p:nvSpPr>
              <p:cNvPr id="3606" name="Google Shape;3606;p22"/>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22"/>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22"/>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22"/>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22"/>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22"/>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22"/>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22"/>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22"/>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22"/>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22"/>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22"/>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22"/>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22"/>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22"/>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22"/>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22"/>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22"/>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22"/>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22"/>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22"/>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22"/>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22"/>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22"/>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22"/>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22"/>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22"/>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22"/>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22"/>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22"/>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22"/>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22"/>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22"/>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22"/>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22"/>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22"/>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22"/>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22"/>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22"/>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22"/>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22"/>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22"/>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22"/>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22"/>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22"/>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22"/>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22"/>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22"/>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22"/>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22"/>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22"/>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22"/>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22"/>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22"/>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22"/>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22"/>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22"/>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22"/>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22"/>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22"/>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22"/>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22"/>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22"/>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22"/>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22"/>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22"/>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22"/>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22"/>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22"/>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22"/>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22"/>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22"/>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22"/>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22"/>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22"/>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22"/>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22"/>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22"/>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22"/>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22"/>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22"/>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22"/>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22"/>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22"/>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22"/>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22"/>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22"/>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22"/>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22"/>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22"/>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22"/>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22"/>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22"/>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22"/>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22"/>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22"/>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22"/>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22"/>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22"/>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22"/>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22"/>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22"/>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22"/>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22"/>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22"/>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22"/>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22"/>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22"/>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22"/>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22"/>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22"/>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22"/>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22"/>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22"/>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22"/>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22"/>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22"/>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22"/>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22"/>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22"/>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22"/>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22"/>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4269"/>
        <p:cNvGrpSpPr/>
        <p:nvPr/>
      </p:nvGrpSpPr>
      <p:grpSpPr>
        <a:xfrm>
          <a:off x="0" y="0"/>
          <a:ext cx="0" cy="0"/>
          <a:chOff x="0" y="0"/>
          <a:chExt cx="0" cy="0"/>
        </a:xfrm>
      </p:grpSpPr>
      <p:grpSp>
        <p:nvGrpSpPr>
          <p:cNvPr id="4270" name="Google Shape;4270;p26"/>
          <p:cNvGrpSpPr/>
          <p:nvPr/>
        </p:nvGrpSpPr>
        <p:grpSpPr>
          <a:xfrm>
            <a:off x="-672042" y="-800093"/>
            <a:ext cx="10488084" cy="6107348"/>
            <a:chOff x="-120550" y="-133450"/>
            <a:chExt cx="7847425" cy="4570000"/>
          </a:xfrm>
        </p:grpSpPr>
        <p:sp>
          <p:nvSpPr>
            <p:cNvPr id="4271" name="Google Shape;4271;p26"/>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26"/>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26"/>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26"/>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26"/>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26"/>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26"/>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26"/>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26"/>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26"/>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26"/>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26"/>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26"/>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26"/>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26"/>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26"/>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26"/>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26"/>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26"/>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26"/>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26"/>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26"/>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26"/>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26"/>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26"/>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26"/>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26"/>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26"/>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26"/>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26"/>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26"/>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26"/>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26"/>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26"/>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26"/>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26"/>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26"/>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26"/>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26"/>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26"/>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26"/>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26"/>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26"/>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26"/>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26"/>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26"/>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26"/>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26"/>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26"/>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26"/>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26"/>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26"/>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26"/>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26"/>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26"/>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26"/>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26"/>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26"/>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26"/>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26"/>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26"/>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26"/>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26"/>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26"/>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26"/>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26"/>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26"/>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26"/>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26"/>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26"/>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26"/>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26"/>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26"/>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26"/>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26"/>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26"/>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26"/>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26"/>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26"/>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26"/>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26"/>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26"/>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26"/>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26"/>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26"/>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26"/>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26"/>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26"/>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26"/>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26"/>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26"/>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26"/>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26"/>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26"/>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26"/>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26"/>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26"/>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26"/>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26"/>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26"/>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26"/>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26"/>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26"/>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26"/>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26"/>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26"/>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26"/>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26"/>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26"/>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26"/>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26"/>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26"/>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26"/>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26"/>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26"/>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26"/>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26"/>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26"/>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26"/>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26"/>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26"/>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26"/>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26"/>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26"/>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26"/>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26"/>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26"/>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26"/>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26"/>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26"/>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26"/>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26"/>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26"/>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26"/>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26"/>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26"/>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26"/>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26"/>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26"/>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26"/>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26"/>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26"/>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26"/>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26"/>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26"/>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26"/>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26"/>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26"/>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26"/>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26"/>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26"/>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26"/>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26"/>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26"/>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26"/>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26"/>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26"/>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26"/>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26"/>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26"/>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26"/>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26"/>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26"/>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26"/>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26"/>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26"/>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26"/>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26"/>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26"/>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26"/>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26"/>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26"/>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26"/>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26"/>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26"/>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26"/>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26"/>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26"/>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26"/>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26"/>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26"/>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26"/>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26"/>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26"/>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26"/>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26"/>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26"/>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26"/>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26"/>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26"/>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26"/>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26"/>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26"/>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26"/>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26"/>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26"/>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26"/>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26"/>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26"/>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26"/>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26"/>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26"/>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26"/>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26"/>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26"/>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26"/>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26"/>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26"/>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26"/>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26"/>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26"/>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26"/>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26"/>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26"/>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26"/>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26"/>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26"/>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26"/>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26"/>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26"/>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26"/>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26"/>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26"/>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26"/>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26"/>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26"/>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26"/>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26"/>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26"/>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26"/>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26"/>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26"/>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26"/>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26"/>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26"/>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26"/>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26"/>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26"/>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26"/>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26"/>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26"/>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26"/>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26"/>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26"/>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26"/>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26"/>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26"/>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26"/>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26"/>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26"/>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26"/>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26"/>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26"/>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26"/>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26"/>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26"/>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26"/>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26"/>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26"/>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26"/>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26"/>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26"/>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26"/>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26"/>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26"/>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26"/>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26"/>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26"/>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26"/>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26"/>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26"/>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26"/>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26"/>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26"/>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26"/>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26"/>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26"/>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26"/>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26"/>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26"/>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26"/>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26"/>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26"/>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26"/>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26"/>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26"/>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26"/>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26"/>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26"/>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26"/>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26"/>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26"/>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26"/>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26"/>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26"/>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26"/>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26"/>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26"/>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26"/>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26"/>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26"/>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26"/>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26"/>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26"/>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26"/>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26"/>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26"/>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26"/>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26"/>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26"/>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4581;p26"/>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26"/>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26"/>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26"/>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26"/>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26"/>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4587;p26"/>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26"/>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26"/>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26"/>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26"/>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26"/>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26"/>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4594"/>
        <p:cNvGrpSpPr/>
        <p:nvPr/>
      </p:nvGrpSpPr>
      <p:grpSpPr>
        <a:xfrm>
          <a:off x="0" y="0"/>
          <a:ext cx="0" cy="0"/>
          <a:chOff x="0" y="0"/>
          <a:chExt cx="0" cy="0"/>
        </a:xfrm>
      </p:grpSpPr>
      <p:grpSp>
        <p:nvGrpSpPr>
          <p:cNvPr id="4595" name="Google Shape;4595;p27"/>
          <p:cNvGrpSpPr/>
          <p:nvPr/>
        </p:nvGrpSpPr>
        <p:grpSpPr>
          <a:xfrm rot="-778054">
            <a:off x="3248929" y="772075"/>
            <a:ext cx="7706697" cy="7263245"/>
            <a:chOff x="2905900" y="1175475"/>
            <a:chExt cx="7706675" cy="7263225"/>
          </a:xfrm>
        </p:grpSpPr>
        <p:sp>
          <p:nvSpPr>
            <p:cNvPr id="4596" name="Google Shape;4596;p27"/>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27"/>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27"/>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27"/>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27"/>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27"/>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27"/>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27"/>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27"/>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27"/>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27"/>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27"/>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27"/>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27"/>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27"/>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27"/>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27"/>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27"/>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27"/>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27"/>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27"/>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27"/>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27"/>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27"/>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27"/>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27"/>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27"/>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27"/>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27"/>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27"/>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27"/>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27"/>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27"/>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27"/>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27"/>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27"/>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27"/>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27"/>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27"/>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27"/>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27"/>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27"/>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27"/>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27"/>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27"/>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27"/>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27"/>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27"/>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27"/>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27"/>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27"/>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27"/>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27"/>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27"/>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27"/>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27"/>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27"/>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27"/>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27"/>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27"/>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27"/>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27"/>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27"/>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27"/>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27"/>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2"/>
            </a:gs>
            <a:gs pos="100000">
              <a:schemeClr val="dk2"/>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Audiowide"/>
              <a:buNone/>
              <a:defRPr sz="3600">
                <a:solidFill>
                  <a:schemeClr val="dk1"/>
                </a:solidFill>
                <a:latin typeface="Audiowide"/>
                <a:ea typeface="Audiowide"/>
                <a:cs typeface="Audiowide"/>
                <a:sym typeface="Audiowide"/>
              </a:defRPr>
            </a:lvl1pPr>
            <a:lvl2pPr lvl="1">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2pPr>
            <a:lvl3pPr lvl="2">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3pPr>
            <a:lvl4pPr lvl="3">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4pPr>
            <a:lvl5pPr lvl="4">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5pPr>
            <a:lvl6pPr lvl="5">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6pPr>
            <a:lvl7pPr lvl="6">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7pPr>
            <a:lvl8pPr lvl="7">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8pPr>
            <a:lvl9pPr lvl="8">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470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bel"/>
              <a:buChar char="●"/>
              <a:defRPr sz="1800">
                <a:solidFill>
                  <a:schemeClr val="dk1"/>
                </a:solidFill>
                <a:latin typeface="Abel"/>
                <a:ea typeface="Abel"/>
                <a:cs typeface="Abel"/>
                <a:sym typeface="Abel"/>
              </a:defRPr>
            </a:lvl1pPr>
            <a:lvl2pPr marL="914400" lvl="1"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2pPr>
            <a:lvl3pPr marL="1371600" lvl="2"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3pPr>
            <a:lvl4pPr marL="1828800" lvl="3"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4pPr>
            <a:lvl5pPr marL="2286000" lvl="4"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5pPr>
            <a:lvl6pPr marL="2743200" lvl="5"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6pPr>
            <a:lvl7pPr marL="3200400" lvl="6"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7pPr>
            <a:lvl8pPr marL="3657600" lvl="7"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8pPr>
            <a:lvl9pPr marL="4114800" lvl="8" indent="-317500">
              <a:lnSpc>
                <a:spcPct val="100000"/>
              </a:lnSpc>
              <a:spcBef>
                <a:spcPts val="1600"/>
              </a:spcBef>
              <a:spcAft>
                <a:spcPts val="1600"/>
              </a:spcAft>
              <a:buClr>
                <a:schemeClr val="dk1"/>
              </a:buClr>
              <a:buSzPts val="1400"/>
              <a:buFont typeface="Abel"/>
              <a:buChar char="■"/>
              <a:defRPr>
                <a:solidFill>
                  <a:schemeClr val="dk1"/>
                </a:solidFill>
                <a:latin typeface="Abel"/>
                <a:ea typeface="Abel"/>
                <a:cs typeface="Abel"/>
                <a:sym typeface="Abe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8" r:id="rId9"/>
    <p:sldLayoutId id="2147483659" r:id="rId10"/>
    <p:sldLayoutId id="2147483660" r:id="rId11"/>
    <p:sldLayoutId id="2147483663" r:id="rId12"/>
    <p:sldLayoutId id="2147483664" r:id="rId13"/>
    <p:sldLayoutId id="2147483666" r:id="rId14"/>
    <p:sldLayoutId id="2147483668" r:id="rId15"/>
    <p:sldLayoutId id="2147483672" r:id="rId16"/>
    <p:sldLayoutId id="2147483673"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link.springer.com/article/10.1023/A:1007413511361"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s://www.itl.nist.gov/div898/handbook/eda/section3/eda35c.htm" TargetMode="External"/><Relationship Id="rId4" Type="http://schemas.openxmlformats.org/officeDocument/2006/relationships/hyperlink" Target="https://colab.research.google.com/notebooks/intro.ipynb"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70"/>
        <p:cNvGrpSpPr/>
        <p:nvPr/>
      </p:nvGrpSpPr>
      <p:grpSpPr>
        <a:xfrm>
          <a:off x="0" y="0"/>
          <a:ext cx="0" cy="0"/>
          <a:chOff x="0" y="0"/>
          <a:chExt cx="0" cy="0"/>
        </a:xfrm>
      </p:grpSpPr>
      <p:sp>
        <p:nvSpPr>
          <p:cNvPr id="4671" name="Google Shape;4671;p31"/>
          <p:cNvSpPr txBox="1">
            <a:spLocks noGrp="1"/>
          </p:cNvSpPr>
          <p:nvPr>
            <p:ph type="ctrTitle"/>
          </p:nvPr>
        </p:nvSpPr>
        <p:spPr>
          <a:xfrm>
            <a:off x="1509131" y="1612700"/>
            <a:ext cx="6051395" cy="24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sz="4000" dirty="0"/>
              <a:t>BRESTCANCER </a:t>
            </a:r>
            <a:r>
              <a:rPr lang="en-US" sz="4000" dirty="0"/>
              <a:t>using a Naive Bayes (NB) classifier</a:t>
            </a:r>
            <a:r>
              <a:rPr lang="de" sz="4000" dirty="0"/>
              <a:t> </a:t>
            </a:r>
            <a:br>
              <a:rPr lang="de" sz="4000" dirty="0"/>
            </a:br>
            <a:r>
              <a:rPr lang="de" sz="3000" dirty="0"/>
              <a:t>BioStatistics</a:t>
            </a:r>
            <a:endParaRPr sz="3000" dirty="0"/>
          </a:p>
        </p:txBody>
      </p:sp>
      <p:sp>
        <p:nvSpPr>
          <p:cNvPr id="4672" name="Google Shape;4672;p31"/>
          <p:cNvSpPr txBox="1">
            <a:spLocks noGrp="1"/>
          </p:cNvSpPr>
          <p:nvPr>
            <p:ph type="subTitle" idx="1"/>
          </p:nvPr>
        </p:nvSpPr>
        <p:spPr>
          <a:xfrm>
            <a:off x="2506850" y="4216604"/>
            <a:ext cx="4260000" cy="381000"/>
          </a:xfrm>
          <a:prstGeom prst="rect">
            <a:avLst/>
          </a:prstGeom>
        </p:spPr>
        <p:txBody>
          <a:bodyPr spcFirstLastPara="1" wrap="square" lIns="91425" tIns="91425" rIns="91425" bIns="91425" anchor="t" anchorCtr="0">
            <a:noAutofit/>
          </a:bodyPr>
          <a:lstStyle/>
          <a:p>
            <a:pPr marL="0" indent="0"/>
            <a:r>
              <a:rPr lang="en-US" dirty="0"/>
              <a:t>Presented to Dr. Ibrahim</a:t>
            </a:r>
          </a:p>
          <a:p>
            <a:pPr marL="0" lvl="0" indent="0" algn="ctr" rtl="0">
              <a:spcBef>
                <a:spcPts val="0"/>
              </a:spcBef>
              <a:spcAft>
                <a:spcPts val="0"/>
              </a:spcAft>
              <a:buNone/>
            </a:pPr>
            <a:endParaRPr dirty="0"/>
          </a:p>
        </p:txBody>
      </p:sp>
      <p:cxnSp>
        <p:nvCxnSpPr>
          <p:cNvPr id="4673" name="Google Shape;4673;p31"/>
          <p:cNvCxnSpPr/>
          <p:nvPr/>
        </p:nvCxnSpPr>
        <p:spPr>
          <a:xfrm>
            <a:off x="2082600" y="4124475"/>
            <a:ext cx="49788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13"/>
        <p:cNvGrpSpPr/>
        <p:nvPr/>
      </p:nvGrpSpPr>
      <p:grpSpPr>
        <a:xfrm>
          <a:off x="0" y="0"/>
          <a:ext cx="0" cy="0"/>
          <a:chOff x="0" y="0"/>
          <a:chExt cx="0" cy="0"/>
        </a:xfrm>
      </p:grpSpPr>
      <p:sp>
        <p:nvSpPr>
          <p:cNvPr id="4714" name="Google Shape;4714;p35"/>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Introduction</a:t>
            </a:r>
            <a:endParaRPr dirty="0"/>
          </a:p>
        </p:txBody>
      </p:sp>
      <p:cxnSp>
        <p:nvCxnSpPr>
          <p:cNvPr id="4716" name="Google Shape;4716;p35"/>
          <p:cNvCxnSpPr/>
          <p:nvPr/>
        </p:nvCxnSpPr>
        <p:spPr>
          <a:xfrm>
            <a:off x="-882525" y="4199375"/>
            <a:ext cx="4572000" cy="0"/>
          </a:xfrm>
          <a:prstGeom prst="straightConnector1">
            <a:avLst/>
          </a:prstGeom>
          <a:noFill/>
          <a:ln w="19050" cap="flat" cmpd="sng">
            <a:solidFill>
              <a:schemeClr val="lt1"/>
            </a:solidFill>
            <a:prstDash val="solid"/>
            <a:round/>
            <a:headEnd type="none" w="med" len="med"/>
            <a:tailEnd type="none" w="med" len="med"/>
          </a:ln>
        </p:spPr>
      </p:cxnSp>
      <p:sp>
        <p:nvSpPr>
          <p:cNvPr id="4" name="Google Shape;4708;p34">
            <a:extLst>
              <a:ext uri="{FF2B5EF4-FFF2-40B4-BE49-F238E27FC236}">
                <a16:creationId xmlns:a16="http://schemas.microsoft.com/office/drawing/2014/main" id="{7D2BDF2B-83E3-B239-8C76-F9544AEE82BA}"/>
              </a:ext>
            </a:extLst>
          </p:cNvPr>
          <p:cNvSpPr txBox="1">
            <a:spLocks noGrp="1"/>
          </p:cNvSpPr>
          <p:nvPr>
            <p:ph type="body" idx="1"/>
          </p:nvPr>
        </p:nvSpPr>
        <p:spPr>
          <a:xfrm>
            <a:off x="745998" y="1321875"/>
            <a:ext cx="4258800" cy="140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presentation, we will explore the Naive Bayes (NB) classifier in breast cancer analysis. Naive Bayes is a powerful algorithm for classification based on probability. We will discuss its simplicity, feature independence assumptions, and impressive results.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Breast cancer is a critical area of study with high prevalence and treatment challenges. Through Naive Bayes, we can make informed predictions and decisions about breast cancer presence. We will highlight its strengths, limitations, and future directions in this field.</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87"/>
        <p:cNvGrpSpPr/>
        <p:nvPr/>
      </p:nvGrpSpPr>
      <p:grpSpPr>
        <a:xfrm>
          <a:off x="0" y="0"/>
          <a:ext cx="0" cy="0"/>
          <a:chOff x="0" y="0"/>
          <a:chExt cx="0" cy="0"/>
        </a:xfrm>
      </p:grpSpPr>
      <p:sp>
        <p:nvSpPr>
          <p:cNvPr id="4688" name="Google Shape;4688;p33"/>
          <p:cNvSpPr txBox="1">
            <a:spLocks noGrp="1"/>
          </p:cNvSpPr>
          <p:nvPr>
            <p:ph type="subTitle" idx="1"/>
          </p:nvPr>
        </p:nvSpPr>
        <p:spPr>
          <a:xfrm>
            <a:off x="1278450" y="1536375"/>
            <a:ext cx="3285600" cy="50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Select</a:t>
            </a:r>
            <a:r>
              <a:rPr lang="de" dirty="0"/>
              <a:t> </a:t>
            </a:r>
            <a:r>
              <a:rPr lang="en-US" dirty="0"/>
              <a:t>dataset</a:t>
            </a:r>
            <a:endParaRPr dirty="0"/>
          </a:p>
        </p:txBody>
      </p:sp>
      <p:sp>
        <p:nvSpPr>
          <p:cNvPr id="4689" name="Google Shape;4689;p33"/>
          <p:cNvSpPr txBox="1">
            <a:spLocks noGrp="1"/>
          </p:cNvSpPr>
          <p:nvPr>
            <p:ph type="title" idx="15"/>
          </p:nvPr>
        </p:nvSpPr>
        <p:spPr>
          <a:xfrm>
            <a:off x="722750" y="539500"/>
            <a:ext cx="7717500" cy="58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Steps:</a:t>
            </a:r>
            <a:endParaRPr dirty="0"/>
          </a:p>
        </p:txBody>
      </p:sp>
      <p:sp>
        <p:nvSpPr>
          <p:cNvPr id="4691" name="Google Shape;4691;p33"/>
          <p:cNvSpPr txBox="1">
            <a:spLocks noGrp="1"/>
          </p:cNvSpPr>
          <p:nvPr>
            <p:ph type="title"/>
          </p:nvPr>
        </p:nvSpPr>
        <p:spPr>
          <a:xfrm>
            <a:off x="717994" y="1536363"/>
            <a:ext cx="557700" cy="50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a:t>1</a:t>
            </a:r>
            <a:endParaRPr/>
          </a:p>
        </p:txBody>
      </p:sp>
      <p:sp>
        <p:nvSpPr>
          <p:cNvPr id="4692" name="Google Shape;4692;p33"/>
          <p:cNvSpPr txBox="1">
            <a:spLocks noGrp="1"/>
          </p:cNvSpPr>
          <p:nvPr>
            <p:ph type="title" idx="3"/>
          </p:nvPr>
        </p:nvSpPr>
        <p:spPr>
          <a:xfrm>
            <a:off x="691264" y="2401995"/>
            <a:ext cx="557700" cy="50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a:t>2</a:t>
            </a:r>
            <a:endParaRPr/>
          </a:p>
        </p:txBody>
      </p:sp>
      <p:sp>
        <p:nvSpPr>
          <p:cNvPr id="4693" name="Google Shape;4693;p33"/>
          <p:cNvSpPr txBox="1">
            <a:spLocks noGrp="1"/>
          </p:cNvSpPr>
          <p:nvPr>
            <p:ph type="subTitle" idx="4"/>
          </p:nvPr>
        </p:nvSpPr>
        <p:spPr>
          <a:xfrm>
            <a:off x="1246086" y="2402007"/>
            <a:ext cx="3285600" cy="50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t>Cleaning the dataset </a:t>
            </a:r>
            <a:endParaRPr dirty="0"/>
          </a:p>
        </p:txBody>
      </p:sp>
      <p:sp>
        <p:nvSpPr>
          <p:cNvPr id="4695" name="Google Shape;4695;p33"/>
          <p:cNvSpPr txBox="1">
            <a:spLocks noGrp="1"/>
          </p:cNvSpPr>
          <p:nvPr>
            <p:ph type="title" idx="6"/>
          </p:nvPr>
        </p:nvSpPr>
        <p:spPr>
          <a:xfrm>
            <a:off x="717994" y="3326299"/>
            <a:ext cx="557700" cy="50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a:t>3</a:t>
            </a:r>
            <a:endParaRPr/>
          </a:p>
        </p:txBody>
      </p:sp>
      <p:sp>
        <p:nvSpPr>
          <p:cNvPr id="4696" name="Google Shape;4696;p33"/>
          <p:cNvSpPr txBox="1">
            <a:spLocks noGrp="1"/>
          </p:cNvSpPr>
          <p:nvPr>
            <p:ph type="subTitle" idx="7"/>
          </p:nvPr>
        </p:nvSpPr>
        <p:spPr>
          <a:xfrm>
            <a:off x="1278450" y="3326302"/>
            <a:ext cx="3842190" cy="50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t>Removing the outliers</a:t>
            </a:r>
            <a:endParaRPr dirty="0"/>
          </a:p>
        </p:txBody>
      </p:sp>
      <p:cxnSp>
        <p:nvCxnSpPr>
          <p:cNvPr id="4701" name="Google Shape;4701;p33"/>
          <p:cNvCxnSpPr/>
          <p:nvPr/>
        </p:nvCxnSpPr>
        <p:spPr>
          <a:xfrm>
            <a:off x="5046513" y="2957575"/>
            <a:ext cx="4572000" cy="0"/>
          </a:xfrm>
          <a:prstGeom prst="straightConnector1">
            <a:avLst/>
          </a:prstGeom>
          <a:noFill/>
          <a:ln w="19050" cap="flat" cmpd="sng">
            <a:solidFill>
              <a:schemeClr val="lt1"/>
            </a:solidFill>
            <a:prstDash val="solid"/>
            <a:round/>
            <a:headEnd type="none" w="med" len="med"/>
            <a:tailEnd type="none" w="med" len="med"/>
          </a:ln>
        </p:spPr>
      </p:cxnSp>
      <p:cxnSp>
        <p:nvCxnSpPr>
          <p:cNvPr id="4702" name="Google Shape;4702;p33"/>
          <p:cNvCxnSpPr/>
          <p:nvPr/>
        </p:nvCxnSpPr>
        <p:spPr>
          <a:xfrm>
            <a:off x="-474512" y="4599425"/>
            <a:ext cx="45720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06"/>
        <p:cNvGrpSpPr/>
        <p:nvPr/>
      </p:nvGrpSpPr>
      <p:grpSpPr>
        <a:xfrm>
          <a:off x="0" y="0"/>
          <a:ext cx="0" cy="0"/>
          <a:chOff x="0" y="0"/>
          <a:chExt cx="0" cy="0"/>
        </a:xfrm>
      </p:grpSpPr>
      <p:sp>
        <p:nvSpPr>
          <p:cNvPr id="4707" name="Google Shape;4707;p34"/>
          <p:cNvSpPr txBox="1">
            <a:spLocks noGrp="1"/>
          </p:cNvSpPr>
          <p:nvPr>
            <p:ph type="title"/>
          </p:nvPr>
        </p:nvSpPr>
        <p:spPr>
          <a:xfrm>
            <a:off x="4171950" y="2559558"/>
            <a:ext cx="4258800" cy="627600"/>
          </a:xfrm>
          <a:prstGeom prst="rect">
            <a:avLst/>
          </a:prstGeom>
        </p:spPr>
        <p:txBody>
          <a:bodyPr spcFirstLastPara="1" wrap="square" lIns="91425" tIns="91425" rIns="91425" bIns="91425" anchor="b" anchorCtr="0">
            <a:noAutofit/>
          </a:bodyPr>
          <a:lstStyle/>
          <a:p>
            <a:r>
              <a:rPr lang="en-US" dirty="0"/>
              <a:t>1.Select dataset</a:t>
            </a:r>
            <a:endParaRPr dirty="0"/>
          </a:p>
        </p:txBody>
      </p:sp>
      <p:sp>
        <p:nvSpPr>
          <p:cNvPr id="4708" name="Google Shape;4708;p34"/>
          <p:cNvSpPr txBox="1">
            <a:spLocks noGrp="1"/>
          </p:cNvSpPr>
          <p:nvPr>
            <p:ph type="body" idx="1"/>
          </p:nvPr>
        </p:nvSpPr>
        <p:spPr>
          <a:xfrm>
            <a:off x="4171950" y="3187251"/>
            <a:ext cx="4606290" cy="1400100"/>
          </a:xfrm>
          <a:prstGeom prst="rect">
            <a:avLst/>
          </a:prstGeom>
        </p:spPr>
        <p:txBody>
          <a:bodyPr spcFirstLastPara="1" wrap="square" lIns="91425" tIns="91425" rIns="91425" bIns="91425" anchor="t" anchorCtr="0">
            <a:noAutofit/>
          </a:bodyPr>
          <a:lstStyle/>
          <a:p>
            <a:pPr marL="0" indent="0">
              <a:buNone/>
            </a:pPr>
            <a:r>
              <a:rPr lang="en-US" sz="1600" dirty="0"/>
              <a:t>The first step of the research involves choosing the dataset on which we worked. </a:t>
            </a:r>
            <a:endParaRPr lang="ar-EG" dirty="0"/>
          </a:p>
          <a:p>
            <a:pPr marL="0" indent="0">
              <a:buNone/>
            </a:pPr>
            <a:endParaRPr lang="ar-EG" sz="1600" dirty="0"/>
          </a:p>
          <a:p>
            <a:pPr marL="0" indent="0">
              <a:buNone/>
            </a:pPr>
            <a:r>
              <a:rPr lang="en-US" sz="1600" dirty="0"/>
              <a:t>Our dataset is about  the breast cancer has 5 futures (mean radius /mean texture / mean perimeter /mean area/ mean smoothness)</a:t>
            </a:r>
          </a:p>
          <a:p>
            <a:pPr marL="0" indent="0">
              <a:buNone/>
            </a:pPr>
            <a:endParaRPr lang="en-US" sz="1600" dirty="0"/>
          </a:p>
        </p:txBody>
      </p:sp>
      <p:cxnSp>
        <p:nvCxnSpPr>
          <p:cNvPr id="4709" name="Google Shape;4709;p34"/>
          <p:cNvCxnSpPr/>
          <p:nvPr/>
        </p:nvCxnSpPr>
        <p:spPr>
          <a:xfrm>
            <a:off x="5194425" y="2301233"/>
            <a:ext cx="4572000" cy="0"/>
          </a:xfrm>
          <a:prstGeom prst="straightConnector1">
            <a:avLst/>
          </a:prstGeom>
          <a:noFill/>
          <a:ln w="19050" cap="flat" cmpd="sng">
            <a:solidFill>
              <a:schemeClr val="lt1"/>
            </a:solidFill>
            <a:prstDash val="solid"/>
            <a:round/>
            <a:headEnd type="none" w="med" len="med"/>
            <a:tailEnd type="none" w="med" len="med"/>
          </a:ln>
        </p:spPr>
      </p:cxnSp>
      <p:pic>
        <p:nvPicPr>
          <p:cNvPr id="3" name="صورة 2">
            <a:extLst>
              <a:ext uri="{FF2B5EF4-FFF2-40B4-BE49-F238E27FC236}">
                <a16:creationId xmlns:a16="http://schemas.microsoft.com/office/drawing/2014/main" id="{36B7E566-27AD-4EA2-4540-E5D1BC4EAF92}"/>
              </a:ext>
            </a:extLst>
          </p:cNvPr>
          <p:cNvPicPr>
            <a:picLocks noChangeAspect="1"/>
          </p:cNvPicPr>
          <p:nvPr/>
        </p:nvPicPr>
        <p:blipFill rotWithShape="1">
          <a:blip r:embed="rId3"/>
          <a:srcRect l="1212" t="828" r="6699"/>
          <a:stretch/>
        </p:blipFill>
        <p:spPr>
          <a:xfrm>
            <a:off x="505521" y="1767614"/>
            <a:ext cx="3233854" cy="30294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62"/>
        <p:cNvGrpSpPr/>
        <p:nvPr/>
      </p:nvGrpSpPr>
      <p:grpSpPr>
        <a:xfrm>
          <a:off x="0" y="0"/>
          <a:ext cx="0" cy="0"/>
          <a:chOff x="0" y="0"/>
          <a:chExt cx="0" cy="0"/>
        </a:xfrm>
      </p:grpSpPr>
      <p:sp>
        <p:nvSpPr>
          <p:cNvPr id="4763" name="Google Shape;4763;p40"/>
          <p:cNvSpPr txBox="1">
            <a:spLocks noGrp="1"/>
          </p:cNvSpPr>
          <p:nvPr>
            <p:ph type="title"/>
          </p:nvPr>
        </p:nvSpPr>
        <p:spPr>
          <a:xfrm>
            <a:off x="758283" y="1615227"/>
            <a:ext cx="3280592" cy="621600"/>
          </a:xfrm>
          <a:prstGeom prst="rect">
            <a:avLst/>
          </a:prstGeom>
        </p:spPr>
        <p:txBody>
          <a:bodyPr spcFirstLastPara="1" wrap="square" lIns="91425" tIns="91425" rIns="91425" bIns="91425" anchor="b" anchorCtr="0">
            <a:noAutofit/>
          </a:bodyPr>
          <a:lstStyle/>
          <a:p>
            <a:r>
              <a:rPr lang="de" dirty="0"/>
              <a:t>2.</a:t>
            </a:r>
            <a:r>
              <a:rPr lang="en-US" sz="3600" dirty="0"/>
              <a:t>Cleaning the dataset </a:t>
            </a:r>
            <a:endParaRPr dirty="0"/>
          </a:p>
        </p:txBody>
      </p:sp>
      <p:sp>
        <p:nvSpPr>
          <p:cNvPr id="4764" name="Google Shape;4764;p40"/>
          <p:cNvSpPr txBox="1">
            <a:spLocks noGrp="1"/>
          </p:cNvSpPr>
          <p:nvPr>
            <p:ph type="subTitle" idx="1"/>
          </p:nvPr>
        </p:nvSpPr>
        <p:spPr>
          <a:xfrm>
            <a:off x="1308409" y="2236821"/>
            <a:ext cx="2739865" cy="1063500"/>
          </a:xfrm>
          <a:prstGeom prst="rect">
            <a:avLst/>
          </a:prstGeom>
        </p:spPr>
        <p:txBody>
          <a:bodyPr spcFirstLastPara="1" wrap="square" lIns="91425" tIns="91425" rIns="91425" bIns="91425" anchor="t" anchorCtr="0">
            <a:noAutofit/>
          </a:bodyPr>
          <a:lstStyle/>
          <a:p>
            <a:pPr marL="0" indent="0">
              <a:buNone/>
            </a:pPr>
            <a:r>
              <a:rPr lang="en-US" sz="1400" dirty="0"/>
              <a:t>Cleaning the dataset which is an important step in preparing data for analysis including handling the missing data/duplicates, and </a:t>
            </a:r>
            <a:endParaRPr lang="ar-EG" sz="1400" dirty="0"/>
          </a:p>
          <a:p>
            <a:pPr marL="0" indent="0">
              <a:buNone/>
            </a:pPr>
            <a:r>
              <a:rPr lang="en-US" sz="1400" dirty="0"/>
              <a:t>checking for outliers.</a:t>
            </a:r>
            <a:endParaRPr lang="ar-EG" sz="1400" dirty="0"/>
          </a:p>
          <a:p>
            <a:pPr marL="0" indent="0">
              <a:buNone/>
            </a:pPr>
            <a:endParaRPr lang="ar-EG" dirty="0"/>
          </a:p>
          <a:p>
            <a:pPr marL="0" indent="0"/>
            <a:r>
              <a:rPr lang="en-US" dirty="0">
                <a:solidFill>
                  <a:srgbClr val="FF0000"/>
                </a:solidFill>
              </a:rPr>
              <a:t>(We note that there was no missing values or duplicates)</a:t>
            </a:r>
          </a:p>
          <a:p>
            <a:pPr marL="0" indent="0">
              <a:buNone/>
            </a:pPr>
            <a:endParaRPr lang="en-US" sz="1400" dirty="0"/>
          </a:p>
        </p:txBody>
      </p:sp>
      <p:grpSp>
        <p:nvGrpSpPr>
          <p:cNvPr id="4765" name="Google Shape;4765;p40"/>
          <p:cNvGrpSpPr/>
          <p:nvPr/>
        </p:nvGrpSpPr>
        <p:grpSpPr>
          <a:xfrm>
            <a:off x="4068968" y="1315844"/>
            <a:ext cx="4887380" cy="2698595"/>
            <a:chOff x="4139436" y="1590925"/>
            <a:chExt cx="4179779" cy="2519850"/>
          </a:xfrm>
        </p:grpSpPr>
        <p:sp>
          <p:nvSpPr>
            <p:cNvPr id="4766" name="Google Shape;4766;p40"/>
            <p:cNvSpPr/>
            <p:nvPr/>
          </p:nvSpPr>
          <p:spPr>
            <a:xfrm>
              <a:off x="4388352" y="1590925"/>
              <a:ext cx="3685075" cy="2265094"/>
            </a:xfrm>
            <a:custGeom>
              <a:avLst/>
              <a:gdLst/>
              <a:ahLst/>
              <a:cxnLst/>
              <a:rect l="l" t="t" r="r" b="b"/>
              <a:pathLst>
                <a:path w="89449" h="53084" extrusionOk="0">
                  <a:moveTo>
                    <a:pt x="3139" y="0"/>
                  </a:moveTo>
                  <a:cubicBezTo>
                    <a:pt x="1528" y="0"/>
                    <a:pt x="0" y="775"/>
                    <a:pt x="0" y="2407"/>
                  </a:cubicBezTo>
                  <a:lnTo>
                    <a:pt x="0" y="53084"/>
                  </a:lnTo>
                  <a:lnTo>
                    <a:pt x="89449" y="53084"/>
                  </a:lnTo>
                  <a:lnTo>
                    <a:pt x="89449" y="2407"/>
                  </a:lnTo>
                  <a:cubicBezTo>
                    <a:pt x="89449" y="775"/>
                    <a:pt x="88549" y="0"/>
                    <a:pt x="86938" y="0"/>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40"/>
            <p:cNvSpPr/>
            <p:nvPr/>
          </p:nvSpPr>
          <p:spPr>
            <a:xfrm rot="10800000">
              <a:off x="4139436" y="4006075"/>
              <a:ext cx="4175400" cy="104700"/>
            </a:xfrm>
            <a:prstGeom prst="trapezoid">
              <a:avLst>
                <a:gd name="adj" fmla="val 150191"/>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40"/>
            <p:cNvSpPr/>
            <p:nvPr/>
          </p:nvSpPr>
          <p:spPr>
            <a:xfrm>
              <a:off x="4143814" y="3858925"/>
              <a:ext cx="4175400" cy="1479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70" name="Google Shape;4770;p40"/>
          <p:cNvCxnSpPr/>
          <p:nvPr/>
        </p:nvCxnSpPr>
        <p:spPr>
          <a:xfrm>
            <a:off x="-533125" y="785550"/>
            <a:ext cx="4572000" cy="0"/>
          </a:xfrm>
          <a:prstGeom prst="straightConnector1">
            <a:avLst/>
          </a:prstGeom>
          <a:noFill/>
          <a:ln w="19050" cap="flat" cmpd="sng">
            <a:solidFill>
              <a:schemeClr val="lt1"/>
            </a:solidFill>
            <a:prstDash val="solid"/>
            <a:round/>
            <a:headEnd type="none" w="med" len="med"/>
            <a:tailEnd type="none" w="med" len="med"/>
          </a:ln>
        </p:spPr>
      </p:cxnSp>
      <p:pic>
        <p:nvPicPr>
          <p:cNvPr id="9" name="صورة 8">
            <a:extLst>
              <a:ext uri="{FF2B5EF4-FFF2-40B4-BE49-F238E27FC236}">
                <a16:creationId xmlns:a16="http://schemas.microsoft.com/office/drawing/2014/main" id="{8BEA8EE3-930D-0D28-9A1D-D1DE0A1B9E57}"/>
              </a:ext>
            </a:extLst>
          </p:cNvPr>
          <p:cNvPicPr>
            <a:picLocks noChangeAspect="1"/>
          </p:cNvPicPr>
          <p:nvPr/>
        </p:nvPicPr>
        <p:blipFill>
          <a:blip r:embed="rId3"/>
          <a:stretch>
            <a:fillRect/>
          </a:stretch>
        </p:blipFill>
        <p:spPr>
          <a:xfrm>
            <a:off x="4487304" y="1609689"/>
            <a:ext cx="4084268" cy="19158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51"/>
        <p:cNvGrpSpPr/>
        <p:nvPr/>
      </p:nvGrpSpPr>
      <p:grpSpPr>
        <a:xfrm>
          <a:off x="0" y="0"/>
          <a:ext cx="0" cy="0"/>
          <a:chOff x="0" y="0"/>
          <a:chExt cx="0" cy="0"/>
        </a:xfrm>
      </p:grpSpPr>
      <p:sp>
        <p:nvSpPr>
          <p:cNvPr id="4752" name="Google Shape;4752;p39"/>
          <p:cNvSpPr txBox="1">
            <a:spLocks noGrp="1"/>
          </p:cNvSpPr>
          <p:nvPr>
            <p:ph type="body" idx="1"/>
          </p:nvPr>
        </p:nvSpPr>
        <p:spPr>
          <a:xfrm>
            <a:off x="713324" y="1759532"/>
            <a:ext cx="3271377" cy="802200"/>
          </a:xfrm>
          <a:prstGeom prst="rect">
            <a:avLst/>
          </a:prstGeom>
        </p:spPr>
        <p:txBody>
          <a:bodyPr spcFirstLastPara="1" wrap="square" lIns="91425" tIns="91425" rIns="91425" bIns="91425" anchor="t" anchorCtr="0">
            <a:noAutofit/>
          </a:bodyPr>
          <a:lstStyle/>
          <a:p>
            <a:pPr marL="0" indent="0">
              <a:buNone/>
            </a:pPr>
            <a:r>
              <a:rPr lang="en-US" sz="1400" dirty="0"/>
              <a:t>We used the z-score method removing the data points that are more than three standard deviations away from the mean.</a:t>
            </a:r>
            <a:endParaRPr lang="ar-EG" sz="1400" dirty="0"/>
          </a:p>
          <a:p>
            <a:pPr marL="0" indent="0">
              <a:buNone/>
            </a:pPr>
            <a:endParaRPr lang="ar-EG" dirty="0"/>
          </a:p>
          <a:p>
            <a:pPr marL="0" indent="0">
              <a:buNone/>
            </a:pPr>
            <a:r>
              <a:rPr lang="en-US" dirty="0">
                <a:solidFill>
                  <a:srgbClr val="FF0000"/>
                </a:solidFill>
              </a:rPr>
              <a:t>(We note that there are 20 outliers the size shrink from (569 ,6)</a:t>
            </a:r>
            <a:r>
              <a:rPr lang="ar-EG" dirty="0">
                <a:solidFill>
                  <a:srgbClr val="FF0000"/>
                </a:solidFill>
              </a:rPr>
              <a:t> </a:t>
            </a:r>
            <a:r>
              <a:rPr lang="en-US" dirty="0">
                <a:solidFill>
                  <a:srgbClr val="FF0000"/>
                </a:solidFill>
              </a:rPr>
              <a:t>to (549 , 6)</a:t>
            </a:r>
          </a:p>
          <a:p>
            <a:pPr marL="0" indent="0">
              <a:buNone/>
            </a:pPr>
            <a:endParaRPr lang="ar-EG" dirty="0">
              <a:solidFill>
                <a:srgbClr val="FF0000"/>
              </a:solidFill>
            </a:endParaRPr>
          </a:p>
          <a:p>
            <a:pPr marL="0" indent="0">
              <a:buNone/>
            </a:pPr>
            <a:endParaRPr lang="ar-EG" dirty="0"/>
          </a:p>
          <a:p>
            <a:pPr marL="0" indent="0">
              <a:buNone/>
            </a:pPr>
            <a:endParaRPr lang="en-US" sz="1400" dirty="0"/>
          </a:p>
        </p:txBody>
      </p:sp>
      <p:sp>
        <p:nvSpPr>
          <p:cNvPr id="4754" name="Google Shape;4754;p39"/>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r>
              <a:rPr lang="de" dirty="0"/>
              <a:t>3.</a:t>
            </a:r>
            <a:r>
              <a:rPr lang="en-US" sz="3200" dirty="0"/>
              <a:t> Removing the outliers</a:t>
            </a:r>
            <a:endParaRPr dirty="0"/>
          </a:p>
        </p:txBody>
      </p:sp>
      <p:cxnSp>
        <p:nvCxnSpPr>
          <p:cNvPr id="4757" name="Google Shape;4757;p39"/>
          <p:cNvCxnSpPr/>
          <p:nvPr/>
        </p:nvCxnSpPr>
        <p:spPr>
          <a:xfrm>
            <a:off x="4572000" y="1700625"/>
            <a:ext cx="4572000" cy="0"/>
          </a:xfrm>
          <a:prstGeom prst="straightConnector1">
            <a:avLst/>
          </a:prstGeom>
          <a:noFill/>
          <a:ln w="19050" cap="flat" cmpd="sng">
            <a:solidFill>
              <a:schemeClr val="lt1"/>
            </a:solidFill>
            <a:prstDash val="solid"/>
            <a:round/>
            <a:headEnd type="none" w="med" len="med"/>
            <a:tailEnd type="none" w="med" len="med"/>
          </a:ln>
        </p:spPr>
      </p:cxnSp>
      <p:cxnSp>
        <p:nvCxnSpPr>
          <p:cNvPr id="4758" name="Google Shape;4758;p39"/>
          <p:cNvCxnSpPr/>
          <p:nvPr/>
        </p:nvCxnSpPr>
        <p:spPr>
          <a:xfrm>
            <a:off x="0" y="3236250"/>
            <a:ext cx="4572000" cy="0"/>
          </a:xfrm>
          <a:prstGeom prst="straightConnector1">
            <a:avLst/>
          </a:prstGeom>
          <a:noFill/>
          <a:ln w="19050" cap="flat" cmpd="sng">
            <a:solidFill>
              <a:schemeClr val="lt1"/>
            </a:solidFill>
            <a:prstDash val="solid"/>
            <a:round/>
            <a:headEnd type="none" w="med" len="med"/>
            <a:tailEnd type="none" w="med" len="med"/>
          </a:ln>
        </p:spPr>
      </p:cxnSp>
      <p:pic>
        <p:nvPicPr>
          <p:cNvPr id="16" name="صورة 15">
            <a:extLst>
              <a:ext uri="{FF2B5EF4-FFF2-40B4-BE49-F238E27FC236}">
                <a16:creationId xmlns:a16="http://schemas.microsoft.com/office/drawing/2014/main" id="{55E4A659-3846-A4D2-9C68-8F7BCCA3407D}"/>
              </a:ext>
            </a:extLst>
          </p:cNvPr>
          <p:cNvPicPr>
            <a:picLocks noChangeAspect="1"/>
          </p:cNvPicPr>
          <p:nvPr/>
        </p:nvPicPr>
        <p:blipFill rotWithShape="1">
          <a:blip r:embed="rId3"/>
          <a:srcRect t="12944" b="11554"/>
          <a:stretch/>
        </p:blipFill>
        <p:spPr>
          <a:xfrm>
            <a:off x="4732010" y="1836233"/>
            <a:ext cx="4211270" cy="1248937"/>
          </a:xfrm>
          <a:prstGeom prst="rect">
            <a:avLst/>
          </a:prstGeom>
        </p:spPr>
      </p:pic>
      <p:pic>
        <p:nvPicPr>
          <p:cNvPr id="19" name="صورة 18">
            <a:extLst>
              <a:ext uri="{FF2B5EF4-FFF2-40B4-BE49-F238E27FC236}">
                <a16:creationId xmlns:a16="http://schemas.microsoft.com/office/drawing/2014/main" id="{66F4C01A-996B-44EE-6F1F-256F7C28BE89}"/>
              </a:ext>
            </a:extLst>
          </p:cNvPr>
          <p:cNvPicPr>
            <a:picLocks noChangeAspect="1"/>
          </p:cNvPicPr>
          <p:nvPr/>
        </p:nvPicPr>
        <p:blipFill>
          <a:blip r:embed="rId4"/>
          <a:stretch>
            <a:fillRect/>
          </a:stretch>
        </p:blipFill>
        <p:spPr>
          <a:xfrm>
            <a:off x="4744795" y="3185501"/>
            <a:ext cx="2043118" cy="1557187"/>
          </a:xfrm>
          <a:prstGeom prst="rect">
            <a:avLst/>
          </a:prstGeom>
        </p:spPr>
      </p:pic>
      <p:pic>
        <p:nvPicPr>
          <p:cNvPr id="21" name="صورة 20">
            <a:extLst>
              <a:ext uri="{FF2B5EF4-FFF2-40B4-BE49-F238E27FC236}">
                <a16:creationId xmlns:a16="http://schemas.microsoft.com/office/drawing/2014/main" id="{24FE57A4-FCA5-9591-BF7A-AE3ADEB0C0B9}"/>
              </a:ext>
            </a:extLst>
          </p:cNvPr>
          <p:cNvPicPr>
            <a:picLocks noChangeAspect="1"/>
          </p:cNvPicPr>
          <p:nvPr/>
        </p:nvPicPr>
        <p:blipFill>
          <a:blip r:embed="rId5"/>
          <a:stretch>
            <a:fillRect/>
          </a:stretch>
        </p:blipFill>
        <p:spPr>
          <a:xfrm>
            <a:off x="6975932" y="3188401"/>
            <a:ext cx="1975327" cy="15055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20"/>
        <p:cNvGrpSpPr/>
        <p:nvPr/>
      </p:nvGrpSpPr>
      <p:grpSpPr>
        <a:xfrm>
          <a:off x="0" y="0"/>
          <a:ext cx="0" cy="0"/>
          <a:chOff x="0" y="0"/>
          <a:chExt cx="0" cy="0"/>
        </a:xfrm>
      </p:grpSpPr>
      <p:sp>
        <p:nvSpPr>
          <p:cNvPr id="4721" name="Google Shape;4721;p36"/>
          <p:cNvSpPr txBox="1">
            <a:spLocks noGrp="1"/>
          </p:cNvSpPr>
          <p:nvPr>
            <p:ph type="subTitle" idx="1"/>
          </p:nvPr>
        </p:nvSpPr>
        <p:spPr>
          <a:xfrm>
            <a:off x="1571804" y="2866531"/>
            <a:ext cx="2658819" cy="25462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dirty="0"/>
              <a:t>4.</a:t>
            </a:r>
            <a:r>
              <a:rPr lang="en-US" sz="2000" dirty="0"/>
              <a:t> Calculate a set of descriptive statistics </a:t>
            </a:r>
            <a:endParaRPr dirty="0"/>
          </a:p>
        </p:txBody>
      </p:sp>
      <p:sp>
        <p:nvSpPr>
          <p:cNvPr id="4722" name="Google Shape;4722;p36"/>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Steps:</a:t>
            </a:r>
            <a:endParaRPr dirty="0"/>
          </a:p>
        </p:txBody>
      </p:sp>
      <p:sp>
        <p:nvSpPr>
          <p:cNvPr id="4725" name="Google Shape;4725;p36"/>
          <p:cNvSpPr txBox="1">
            <a:spLocks noGrp="1"/>
          </p:cNvSpPr>
          <p:nvPr>
            <p:ph type="subTitle" idx="3"/>
          </p:nvPr>
        </p:nvSpPr>
        <p:spPr>
          <a:xfrm>
            <a:off x="4888992" y="2659266"/>
            <a:ext cx="2646639" cy="38873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t>5. Standardizing features</a:t>
            </a:r>
            <a:endParaRPr dirty="0"/>
          </a:p>
        </p:txBody>
      </p:sp>
      <p:cxnSp>
        <p:nvCxnSpPr>
          <p:cNvPr id="4728" name="Google Shape;4728;p36"/>
          <p:cNvCxnSpPr/>
          <p:nvPr/>
        </p:nvCxnSpPr>
        <p:spPr>
          <a:xfrm>
            <a:off x="1309350" y="2243097"/>
            <a:ext cx="65253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57"/>
        <p:cNvGrpSpPr/>
        <p:nvPr/>
      </p:nvGrpSpPr>
      <p:grpSpPr>
        <a:xfrm>
          <a:off x="0" y="0"/>
          <a:ext cx="0" cy="0"/>
          <a:chOff x="0" y="0"/>
          <a:chExt cx="0" cy="0"/>
        </a:xfrm>
      </p:grpSpPr>
      <p:sp>
        <p:nvSpPr>
          <p:cNvPr id="4858" name="Google Shape;4858;p43"/>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800" dirty="0"/>
              <a:t>4. Calculate a set of descriptive statistics </a:t>
            </a:r>
          </a:p>
        </p:txBody>
      </p:sp>
      <p:sp>
        <p:nvSpPr>
          <p:cNvPr id="23" name="مربع نص 22">
            <a:extLst>
              <a:ext uri="{FF2B5EF4-FFF2-40B4-BE49-F238E27FC236}">
                <a16:creationId xmlns:a16="http://schemas.microsoft.com/office/drawing/2014/main" id="{9480C029-074C-C235-2315-9196F1F8F7F3}"/>
              </a:ext>
            </a:extLst>
          </p:cNvPr>
          <p:cNvSpPr txBox="1"/>
          <p:nvPr/>
        </p:nvSpPr>
        <p:spPr>
          <a:xfrm>
            <a:off x="1999488" y="2230838"/>
            <a:ext cx="1950720" cy="830997"/>
          </a:xfrm>
          <a:prstGeom prst="rect">
            <a:avLst/>
          </a:prstGeom>
          <a:noFill/>
        </p:spPr>
        <p:txBody>
          <a:bodyPr wrap="square">
            <a:spAutoFit/>
          </a:bodyPr>
          <a:lstStyle/>
          <a:p>
            <a:pPr marL="0" lvl="0" indent="0" algn="r" rtl="0">
              <a:spcBef>
                <a:spcPts val="0"/>
              </a:spcBef>
              <a:spcAft>
                <a:spcPts val="0"/>
              </a:spcAft>
              <a:buNone/>
            </a:pPr>
            <a:r>
              <a:rPr lang="en-US" sz="1600" dirty="0">
                <a:solidFill>
                  <a:schemeClr val="dk1"/>
                </a:solidFill>
                <a:latin typeface="Abel"/>
              </a:rPr>
              <a:t>Mean</a:t>
            </a:r>
          </a:p>
          <a:p>
            <a:pPr marL="0" lvl="0" indent="0" algn="r" rtl="0">
              <a:spcBef>
                <a:spcPts val="0"/>
              </a:spcBef>
              <a:spcAft>
                <a:spcPts val="0"/>
              </a:spcAft>
              <a:buNone/>
            </a:pPr>
            <a:r>
              <a:rPr lang="en-US" sz="1600" dirty="0">
                <a:solidFill>
                  <a:schemeClr val="dk1"/>
                </a:solidFill>
                <a:latin typeface="Abel"/>
              </a:rPr>
              <a:t>Median</a:t>
            </a:r>
          </a:p>
          <a:p>
            <a:pPr marL="0" lvl="0" indent="0" algn="r" rtl="0">
              <a:spcBef>
                <a:spcPts val="0"/>
              </a:spcBef>
              <a:spcAft>
                <a:spcPts val="0"/>
              </a:spcAft>
              <a:buNone/>
            </a:pPr>
            <a:r>
              <a:rPr lang="en-US" sz="1600" dirty="0">
                <a:solidFill>
                  <a:schemeClr val="dk1"/>
                </a:solidFill>
                <a:latin typeface="Abel"/>
              </a:rPr>
              <a:t>Mode</a:t>
            </a:r>
            <a:endParaRPr lang="de-DE" sz="1600" dirty="0">
              <a:solidFill>
                <a:schemeClr val="dk1"/>
              </a:solidFill>
              <a:latin typeface="Abel"/>
              <a:sym typeface="Abel"/>
            </a:endParaRPr>
          </a:p>
        </p:txBody>
      </p:sp>
      <p:sp>
        <p:nvSpPr>
          <p:cNvPr id="25" name="مربع نص 24">
            <a:extLst>
              <a:ext uri="{FF2B5EF4-FFF2-40B4-BE49-F238E27FC236}">
                <a16:creationId xmlns:a16="http://schemas.microsoft.com/office/drawing/2014/main" id="{43CA24D8-9071-4A98-682F-B81B3F1C1080}"/>
              </a:ext>
            </a:extLst>
          </p:cNvPr>
          <p:cNvSpPr txBox="1"/>
          <p:nvPr/>
        </p:nvSpPr>
        <p:spPr>
          <a:xfrm>
            <a:off x="1353312" y="1598342"/>
            <a:ext cx="2609088" cy="923330"/>
          </a:xfrm>
          <a:prstGeom prst="rect">
            <a:avLst/>
          </a:prstGeom>
          <a:noFill/>
        </p:spPr>
        <p:txBody>
          <a:bodyPr wrap="square">
            <a:spAutoFit/>
          </a:bodyPr>
          <a:lstStyle/>
          <a:p>
            <a:pPr algn="r"/>
            <a:r>
              <a:rPr lang="en-US" sz="1800" dirty="0">
                <a:solidFill>
                  <a:schemeClr val="dk1"/>
                </a:solidFill>
                <a:latin typeface="Audiowide"/>
              </a:rPr>
              <a:t>Measures of Central Tendency</a:t>
            </a:r>
          </a:p>
          <a:p>
            <a:endParaRPr lang="en-US" sz="1800" dirty="0"/>
          </a:p>
        </p:txBody>
      </p:sp>
      <p:sp>
        <p:nvSpPr>
          <p:cNvPr id="26" name="مربع نص 25">
            <a:extLst>
              <a:ext uri="{FF2B5EF4-FFF2-40B4-BE49-F238E27FC236}">
                <a16:creationId xmlns:a16="http://schemas.microsoft.com/office/drawing/2014/main" id="{E30DBD22-D733-68F2-4099-9005F32B6A25}"/>
              </a:ext>
            </a:extLst>
          </p:cNvPr>
          <p:cNvSpPr txBox="1"/>
          <p:nvPr/>
        </p:nvSpPr>
        <p:spPr>
          <a:xfrm>
            <a:off x="4980432" y="1592246"/>
            <a:ext cx="2609088" cy="923330"/>
          </a:xfrm>
          <a:prstGeom prst="rect">
            <a:avLst/>
          </a:prstGeom>
          <a:noFill/>
        </p:spPr>
        <p:txBody>
          <a:bodyPr wrap="square">
            <a:spAutoFit/>
          </a:bodyPr>
          <a:lstStyle/>
          <a:p>
            <a:r>
              <a:rPr lang="en-US" sz="1800" dirty="0">
                <a:solidFill>
                  <a:schemeClr val="dk1"/>
                </a:solidFill>
                <a:latin typeface="Audiowide"/>
              </a:rPr>
              <a:t>Measures of DISPERSION</a:t>
            </a:r>
          </a:p>
          <a:p>
            <a:endParaRPr lang="en-US" sz="1800" dirty="0"/>
          </a:p>
        </p:txBody>
      </p:sp>
      <p:grpSp>
        <p:nvGrpSpPr>
          <p:cNvPr id="4832" name="مجموعة 4831">
            <a:extLst>
              <a:ext uri="{FF2B5EF4-FFF2-40B4-BE49-F238E27FC236}">
                <a16:creationId xmlns:a16="http://schemas.microsoft.com/office/drawing/2014/main" id="{449BE3C1-57E1-70B6-6E4A-274F8806B3D1}"/>
              </a:ext>
            </a:extLst>
          </p:cNvPr>
          <p:cNvGrpSpPr/>
          <p:nvPr/>
        </p:nvGrpSpPr>
        <p:grpSpPr>
          <a:xfrm>
            <a:off x="3959928" y="1428480"/>
            <a:ext cx="1153757" cy="1406016"/>
            <a:chOff x="5325432" y="1524826"/>
            <a:chExt cx="1638113" cy="1996272"/>
          </a:xfrm>
        </p:grpSpPr>
        <p:grpSp>
          <p:nvGrpSpPr>
            <p:cNvPr id="27" name="그룹 55">
              <a:extLst>
                <a:ext uri="{FF2B5EF4-FFF2-40B4-BE49-F238E27FC236}">
                  <a16:creationId xmlns:a16="http://schemas.microsoft.com/office/drawing/2014/main" id="{1348AEF9-B97C-80FF-2CBF-F6E078EF179D}"/>
                </a:ext>
              </a:extLst>
            </p:cNvPr>
            <p:cNvGrpSpPr/>
            <p:nvPr/>
          </p:nvGrpSpPr>
          <p:grpSpPr>
            <a:xfrm>
              <a:off x="5410155" y="1799828"/>
              <a:ext cx="1350651" cy="1350650"/>
              <a:chOff x="5410154" y="1792609"/>
              <a:chExt cx="1350651" cy="1350650"/>
            </a:xfrm>
          </p:grpSpPr>
          <p:sp>
            <p:nvSpPr>
              <p:cNvPr id="28" name="Right Triangle 3">
                <a:extLst>
                  <a:ext uri="{FF2B5EF4-FFF2-40B4-BE49-F238E27FC236}">
                    <a16:creationId xmlns:a16="http://schemas.microsoft.com/office/drawing/2014/main" id="{2E17C2DE-6703-23A6-C10C-17F196DDFD1E}"/>
                  </a:ext>
                </a:extLst>
              </p:cNvPr>
              <p:cNvSpPr/>
              <p:nvPr/>
            </p:nvSpPr>
            <p:spPr>
              <a:xfrm>
                <a:off x="5410154" y="1847259"/>
                <a:ext cx="1296000" cy="1296000"/>
              </a:xfrm>
              <a:prstGeom prst="rtTriangle">
                <a:avLst/>
              </a:prstGeom>
              <a:solidFill>
                <a:schemeClr val="accent4"/>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a:p>
            </p:txBody>
          </p:sp>
          <p:sp>
            <p:nvSpPr>
              <p:cNvPr id="29" name="Right Triangle 4">
                <a:extLst>
                  <a:ext uri="{FF2B5EF4-FFF2-40B4-BE49-F238E27FC236}">
                    <a16:creationId xmlns:a16="http://schemas.microsoft.com/office/drawing/2014/main" id="{719C345A-4756-AB00-A14F-B2C06CCC4614}"/>
                  </a:ext>
                </a:extLst>
              </p:cNvPr>
              <p:cNvSpPr/>
              <p:nvPr/>
            </p:nvSpPr>
            <p:spPr>
              <a:xfrm rot="10800000">
                <a:off x="5464805" y="1792609"/>
                <a:ext cx="1296000" cy="1296000"/>
              </a:xfrm>
              <a:prstGeom prst="rtTriangle">
                <a:avLst/>
              </a:prstGeom>
              <a:solidFill>
                <a:schemeClr val="accent1"/>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sz="2700" dirty="0"/>
              </a:p>
            </p:txBody>
          </p:sp>
        </p:grpSp>
        <p:sp>
          <p:nvSpPr>
            <p:cNvPr id="30" name="TextBox 11">
              <a:extLst>
                <a:ext uri="{FF2B5EF4-FFF2-40B4-BE49-F238E27FC236}">
                  <a16:creationId xmlns:a16="http://schemas.microsoft.com/office/drawing/2014/main" id="{7A26BF9F-197B-C750-3577-39C6CEF09398}"/>
                </a:ext>
              </a:extLst>
            </p:cNvPr>
            <p:cNvSpPr txBox="1"/>
            <p:nvPr/>
          </p:nvSpPr>
          <p:spPr>
            <a:xfrm>
              <a:off x="6348983" y="1524826"/>
              <a:ext cx="614562" cy="1310951"/>
            </a:xfrm>
            <a:prstGeom prst="rect">
              <a:avLst/>
            </a:prstGeom>
            <a:noFill/>
          </p:spPr>
          <p:txBody>
            <a:bodyPr wrap="square" lIns="108000" rIns="108000" rtlCol="0">
              <a:spAutoFit/>
            </a:bodyPr>
            <a:lstStyle/>
            <a:p>
              <a:pPr algn="ctr"/>
              <a:r>
                <a:rPr lang="en-US" altLang="ko-KR" sz="5400" b="1" dirty="0">
                  <a:solidFill>
                    <a:schemeClr val="bg1"/>
                  </a:solidFill>
                  <a:cs typeface="Arial" pitchFamily="34" charset="0"/>
                </a:rPr>
                <a:t>1</a:t>
              </a:r>
              <a:endParaRPr lang="ko-KR" altLang="en-US" sz="5400" b="1" dirty="0">
                <a:solidFill>
                  <a:schemeClr val="bg1"/>
                </a:solidFill>
                <a:cs typeface="Arial" pitchFamily="34" charset="0"/>
              </a:endParaRPr>
            </a:p>
          </p:txBody>
        </p:sp>
        <p:sp>
          <p:nvSpPr>
            <p:cNvPr id="31" name="TextBox 12">
              <a:extLst>
                <a:ext uri="{FF2B5EF4-FFF2-40B4-BE49-F238E27FC236}">
                  <a16:creationId xmlns:a16="http://schemas.microsoft.com/office/drawing/2014/main" id="{F8E96668-02A3-DD7C-AF56-2A1B5645A568}"/>
                </a:ext>
              </a:extLst>
            </p:cNvPr>
            <p:cNvSpPr txBox="1"/>
            <p:nvPr/>
          </p:nvSpPr>
          <p:spPr>
            <a:xfrm>
              <a:off x="5325432" y="2210147"/>
              <a:ext cx="614562" cy="1310951"/>
            </a:xfrm>
            <a:prstGeom prst="rect">
              <a:avLst/>
            </a:prstGeom>
            <a:noFill/>
          </p:spPr>
          <p:txBody>
            <a:bodyPr wrap="square" lIns="108000" rIns="108000" rtlCol="0">
              <a:spAutoFit/>
            </a:bodyPr>
            <a:lstStyle/>
            <a:p>
              <a:pPr algn="ctr"/>
              <a:r>
                <a:rPr lang="en-US" altLang="ko-KR" sz="5400" b="1" dirty="0">
                  <a:solidFill>
                    <a:schemeClr val="bg1"/>
                  </a:solidFill>
                  <a:cs typeface="Arial" pitchFamily="34" charset="0"/>
                </a:rPr>
                <a:t>2</a:t>
              </a:r>
              <a:endParaRPr lang="ko-KR" altLang="en-US" sz="5400" b="1" dirty="0">
                <a:solidFill>
                  <a:schemeClr val="bg1"/>
                </a:solidFill>
                <a:cs typeface="Arial" pitchFamily="34" charset="0"/>
              </a:endParaRPr>
            </a:p>
          </p:txBody>
        </p:sp>
      </p:grpSp>
      <p:sp>
        <p:nvSpPr>
          <p:cNvPr id="4833" name="مربع نص 4832">
            <a:extLst>
              <a:ext uri="{FF2B5EF4-FFF2-40B4-BE49-F238E27FC236}">
                <a16:creationId xmlns:a16="http://schemas.microsoft.com/office/drawing/2014/main" id="{02A2B9C2-3165-3EA4-5F47-814ADD0D888D}"/>
              </a:ext>
            </a:extLst>
          </p:cNvPr>
          <p:cNvSpPr txBox="1"/>
          <p:nvPr/>
        </p:nvSpPr>
        <p:spPr>
          <a:xfrm>
            <a:off x="5010912" y="2175974"/>
            <a:ext cx="1316736" cy="1077218"/>
          </a:xfrm>
          <a:prstGeom prst="rect">
            <a:avLst/>
          </a:prstGeom>
          <a:noFill/>
        </p:spPr>
        <p:txBody>
          <a:bodyPr wrap="square">
            <a:spAutoFit/>
          </a:bodyPr>
          <a:lstStyle/>
          <a:p>
            <a:r>
              <a:rPr lang="en-US" sz="1600" dirty="0">
                <a:solidFill>
                  <a:schemeClr val="dk1"/>
                </a:solidFill>
                <a:latin typeface="Abel"/>
              </a:rPr>
              <a:t>Range</a:t>
            </a:r>
          </a:p>
          <a:p>
            <a:r>
              <a:rPr lang="en-US" sz="1600" dirty="0">
                <a:solidFill>
                  <a:schemeClr val="dk1"/>
                </a:solidFill>
                <a:latin typeface="Abel"/>
              </a:rPr>
              <a:t>Variance Standard deviation</a:t>
            </a:r>
          </a:p>
        </p:txBody>
      </p:sp>
      <p:pic>
        <p:nvPicPr>
          <p:cNvPr id="3" name="صورة 2">
            <a:extLst>
              <a:ext uri="{FF2B5EF4-FFF2-40B4-BE49-F238E27FC236}">
                <a16:creationId xmlns:a16="http://schemas.microsoft.com/office/drawing/2014/main" id="{1EDC7653-B51C-73B2-A8A2-3DC3ACF755E8}"/>
              </a:ext>
            </a:extLst>
          </p:cNvPr>
          <p:cNvPicPr>
            <a:picLocks noChangeAspect="1"/>
          </p:cNvPicPr>
          <p:nvPr/>
        </p:nvPicPr>
        <p:blipFill>
          <a:blip r:embed="rId3"/>
          <a:stretch>
            <a:fillRect/>
          </a:stretch>
        </p:blipFill>
        <p:spPr>
          <a:xfrm>
            <a:off x="802564" y="2210376"/>
            <a:ext cx="2252872" cy="2659511"/>
          </a:xfrm>
          <a:prstGeom prst="rect">
            <a:avLst/>
          </a:prstGeom>
        </p:spPr>
      </p:pic>
      <p:pic>
        <p:nvPicPr>
          <p:cNvPr id="5" name="صورة 4">
            <a:extLst>
              <a:ext uri="{FF2B5EF4-FFF2-40B4-BE49-F238E27FC236}">
                <a16:creationId xmlns:a16="http://schemas.microsoft.com/office/drawing/2014/main" id="{02767372-FCF5-43D3-C6C5-245774030DF3}"/>
              </a:ext>
            </a:extLst>
          </p:cNvPr>
          <p:cNvPicPr>
            <a:picLocks noChangeAspect="1"/>
          </p:cNvPicPr>
          <p:nvPr/>
        </p:nvPicPr>
        <p:blipFill>
          <a:blip r:embed="rId4"/>
          <a:stretch>
            <a:fillRect/>
          </a:stretch>
        </p:blipFill>
        <p:spPr>
          <a:xfrm>
            <a:off x="6068528" y="2179863"/>
            <a:ext cx="2339491" cy="2673704"/>
          </a:xfrm>
          <a:prstGeom prst="rect">
            <a:avLst/>
          </a:prstGeom>
        </p:spPr>
      </p:pic>
    </p:spTree>
    <p:extLst>
      <p:ext uri="{BB962C8B-B14F-4D97-AF65-F5344CB8AC3E}">
        <p14:creationId xmlns:p14="http://schemas.microsoft.com/office/powerpoint/2010/main" val="951554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65"/>
        <p:cNvGrpSpPr/>
        <p:nvPr/>
      </p:nvGrpSpPr>
      <p:grpSpPr>
        <a:xfrm>
          <a:off x="0" y="0"/>
          <a:ext cx="0" cy="0"/>
          <a:chOff x="0" y="0"/>
          <a:chExt cx="0" cy="0"/>
        </a:xfrm>
      </p:grpSpPr>
      <p:sp>
        <p:nvSpPr>
          <p:cNvPr id="4867" name="Google Shape;4867;p44"/>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3200" dirty="0"/>
              <a:t>5. Standardizing features</a:t>
            </a:r>
            <a:endParaRPr lang="en-US" dirty="0"/>
          </a:p>
        </p:txBody>
      </p:sp>
      <p:sp>
        <p:nvSpPr>
          <p:cNvPr id="4868" name="Google Shape;4868;p44"/>
          <p:cNvSpPr txBox="1"/>
          <p:nvPr/>
        </p:nvSpPr>
        <p:spPr>
          <a:xfrm>
            <a:off x="2028515" y="3980825"/>
            <a:ext cx="5026489" cy="615600"/>
          </a:xfrm>
          <a:prstGeom prst="rect">
            <a:avLst/>
          </a:prstGeom>
          <a:noFill/>
          <a:ln>
            <a:noFill/>
          </a:ln>
        </p:spPr>
        <p:txBody>
          <a:bodyPr spcFirstLastPara="1" wrap="square" lIns="91425" tIns="91425" rIns="91425" bIns="91425" anchor="t" anchorCtr="0">
            <a:noAutofit/>
          </a:bodyPr>
          <a:lstStyle/>
          <a:p>
            <a:pPr marL="0" indent="0">
              <a:buNone/>
            </a:pPr>
            <a:r>
              <a:rPr lang="en-US" dirty="0">
                <a:solidFill>
                  <a:schemeClr val="dk1"/>
                </a:solidFill>
                <a:latin typeface="Abel"/>
              </a:rPr>
              <a:t>Standardizing features which is an important data preprocessing step </a:t>
            </a:r>
          </a:p>
          <a:p>
            <a:pPr marL="0" indent="0">
              <a:buNone/>
            </a:pPr>
            <a:r>
              <a:rPr lang="en-US" dirty="0">
                <a:solidFill>
                  <a:schemeClr val="dk1"/>
                </a:solidFill>
                <a:latin typeface="Abel"/>
              </a:rPr>
              <a:t>This can help to ensure that all features are on the same scale and that the model is not biased towards features with larger values.</a:t>
            </a:r>
          </a:p>
          <a:p>
            <a:pPr marL="0" lvl="0" indent="0" algn="r" rtl="0">
              <a:spcBef>
                <a:spcPts val="0"/>
              </a:spcBef>
              <a:spcAft>
                <a:spcPts val="0"/>
              </a:spcAft>
              <a:buNone/>
            </a:pPr>
            <a:endParaRPr lang="de-DE" dirty="0">
              <a:solidFill>
                <a:schemeClr val="dk1"/>
              </a:solidFill>
              <a:latin typeface="Abel"/>
              <a:ea typeface="Abel"/>
              <a:cs typeface="Abel"/>
              <a:sym typeface="Abel"/>
            </a:endParaRPr>
          </a:p>
        </p:txBody>
      </p:sp>
      <p:cxnSp>
        <p:nvCxnSpPr>
          <p:cNvPr id="4869" name="Google Shape;4869;p44"/>
          <p:cNvCxnSpPr/>
          <p:nvPr/>
        </p:nvCxnSpPr>
        <p:spPr>
          <a:xfrm>
            <a:off x="1638300" y="3829050"/>
            <a:ext cx="5905500" cy="0"/>
          </a:xfrm>
          <a:prstGeom prst="straightConnector1">
            <a:avLst/>
          </a:prstGeom>
          <a:noFill/>
          <a:ln w="19050" cap="flat" cmpd="sng">
            <a:solidFill>
              <a:schemeClr val="lt1"/>
            </a:solidFill>
            <a:prstDash val="solid"/>
            <a:round/>
            <a:headEnd type="none" w="med" len="med"/>
            <a:tailEnd type="none" w="med" len="med"/>
          </a:ln>
        </p:spPr>
      </p:cxnSp>
      <p:pic>
        <p:nvPicPr>
          <p:cNvPr id="3" name="صورة 2">
            <a:extLst>
              <a:ext uri="{FF2B5EF4-FFF2-40B4-BE49-F238E27FC236}">
                <a16:creationId xmlns:a16="http://schemas.microsoft.com/office/drawing/2014/main" id="{8E2C3964-72A2-C96C-1BA3-5B2148DC4109}"/>
              </a:ext>
            </a:extLst>
          </p:cNvPr>
          <p:cNvPicPr>
            <a:picLocks noChangeAspect="1"/>
          </p:cNvPicPr>
          <p:nvPr/>
        </p:nvPicPr>
        <p:blipFill>
          <a:blip r:embed="rId3"/>
          <a:stretch>
            <a:fillRect/>
          </a:stretch>
        </p:blipFill>
        <p:spPr>
          <a:xfrm>
            <a:off x="1814849" y="1529508"/>
            <a:ext cx="5500351" cy="215445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35"/>
        <p:cNvGrpSpPr/>
        <p:nvPr/>
      </p:nvGrpSpPr>
      <p:grpSpPr>
        <a:xfrm>
          <a:off x="0" y="0"/>
          <a:ext cx="0" cy="0"/>
          <a:chOff x="0" y="0"/>
          <a:chExt cx="0" cy="0"/>
        </a:xfrm>
      </p:grpSpPr>
      <p:sp>
        <p:nvSpPr>
          <p:cNvPr id="4736" name="Google Shape;4736;p37"/>
          <p:cNvSpPr txBox="1">
            <a:spLocks noGrp="1"/>
          </p:cNvSpPr>
          <p:nvPr>
            <p:ph type="title"/>
          </p:nvPr>
        </p:nvSpPr>
        <p:spPr>
          <a:xfrm>
            <a:off x="2440800" y="1191302"/>
            <a:ext cx="4262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sz="3600" dirty="0"/>
              <a:t>Steps:</a:t>
            </a:r>
            <a:endParaRPr sz="3600" dirty="0"/>
          </a:p>
        </p:txBody>
      </p:sp>
      <p:cxnSp>
        <p:nvCxnSpPr>
          <p:cNvPr id="4739" name="Google Shape;4739;p37"/>
          <p:cNvCxnSpPr/>
          <p:nvPr/>
        </p:nvCxnSpPr>
        <p:spPr>
          <a:xfrm>
            <a:off x="2082600" y="1994192"/>
            <a:ext cx="4978800" cy="0"/>
          </a:xfrm>
          <a:prstGeom prst="straightConnector1">
            <a:avLst/>
          </a:prstGeom>
          <a:noFill/>
          <a:ln w="19050" cap="flat" cmpd="sng">
            <a:solidFill>
              <a:schemeClr val="lt1"/>
            </a:solidFill>
            <a:prstDash val="solid"/>
            <a:round/>
            <a:headEnd type="none" w="med" len="med"/>
            <a:tailEnd type="none" w="med" len="med"/>
          </a:ln>
        </p:spPr>
      </p:cxnSp>
      <p:sp>
        <p:nvSpPr>
          <p:cNvPr id="12" name="Google Shape;4721;p36">
            <a:extLst>
              <a:ext uri="{FF2B5EF4-FFF2-40B4-BE49-F238E27FC236}">
                <a16:creationId xmlns:a16="http://schemas.microsoft.com/office/drawing/2014/main" id="{5952649E-11BA-7EA9-4B79-D2282A6A4F05}"/>
              </a:ext>
            </a:extLst>
          </p:cNvPr>
          <p:cNvSpPr txBox="1">
            <a:spLocks noGrp="1"/>
          </p:cNvSpPr>
          <p:nvPr>
            <p:ph type="subTitle" idx="1"/>
          </p:nvPr>
        </p:nvSpPr>
        <p:spPr>
          <a:xfrm>
            <a:off x="3185014" y="2781224"/>
            <a:ext cx="2658819" cy="25462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latin typeface="Audiowide" panose="020B0604020202020204" charset="0"/>
              </a:rPr>
              <a:t>6</a:t>
            </a:r>
            <a:r>
              <a:rPr lang="de" dirty="0">
                <a:latin typeface="Audiowide" panose="020B0604020202020204" charset="0"/>
              </a:rPr>
              <a:t>.</a:t>
            </a:r>
            <a:r>
              <a:rPr lang="en-US" sz="2000" dirty="0">
                <a:latin typeface="Audiowide" panose="020B0604020202020204" charset="0"/>
              </a:rPr>
              <a:t> Split the data</a:t>
            </a:r>
            <a:endParaRPr dirty="0">
              <a:latin typeface="Audiowide" panose="020B0604020202020204" charset="0"/>
            </a:endParaRPr>
          </a:p>
        </p:txBody>
      </p:sp>
      <p:sp>
        <p:nvSpPr>
          <p:cNvPr id="13" name="Google Shape;4725;p36">
            <a:extLst>
              <a:ext uri="{FF2B5EF4-FFF2-40B4-BE49-F238E27FC236}">
                <a16:creationId xmlns:a16="http://schemas.microsoft.com/office/drawing/2014/main" id="{A948D720-87DE-C50F-CA09-18A6B4F0744E}"/>
              </a:ext>
            </a:extLst>
          </p:cNvPr>
          <p:cNvSpPr txBox="1">
            <a:spLocks/>
          </p:cNvSpPr>
          <p:nvPr/>
        </p:nvSpPr>
        <p:spPr>
          <a:xfrm>
            <a:off x="2837167" y="3491891"/>
            <a:ext cx="3474423" cy="38873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800"/>
            </a:pPr>
            <a:r>
              <a:rPr lang="en-US" sz="1600" dirty="0">
                <a:solidFill>
                  <a:schemeClr val="dk1"/>
                </a:solidFill>
                <a:latin typeface="Audiowide" panose="020B0604020202020204" charset="0"/>
                <a:sym typeface="Abel"/>
              </a:rPr>
              <a:t>7. Plotted the histogram/</a:t>
            </a:r>
          </a:p>
          <a:p>
            <a:pPr algn="ctr">
              <a:buClr>
                <a:schemeClr val="dk1"/>
              </a:buClr>
              <a:buSzPts val="2800"/>
            </a:pPr>
            <a:r>
              <a:rPr lang="en-US" sz="1600" dirty="0">
                <a:solidFill>
                  <a:schemeClr val="dk1"/>
                </a:solidFill>
                <a:latin typeface="Audiowide" panose="020B0604020202020204" charset="0"/>
                <a:sym typeface="Abel"/>
              </a:rPr>
              <a:t>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43"/>
        <p:cNvGrpSpPr/>
        <p:nvPr/>
      </p:nvGrpSpPr>
      <p:grpSpPr>
        <a:xfrm>
          <a:off x="0" y="0"/>
          <a:ext cx="0" cy="0"/>
          <a:chOff x="0" y="0"/>
          <a:chExt cx="0" cy="0"/>
        </a:xfrm>
      </p:grpSpPr>
      <p:sp>
        <p:nvSpPr>
          <p:cNvPr id="4744" name="Google Shape;4744;p38"/>
          <p:cNvSpPr txBox="1">
            <a:spLocks noGrp="1"/>
          </p:cNvSpPr>
          <p:nvPr>
            <p:ph type="title"/>
          </p:nvPr>
        </p:nvSpPr>
        <p:spPr>
          <a:xfrm>
            <a:off x="4905375" y="1565225"/>
            <a:ext cx="3415666" cy="70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latin typeface="Audiowide" panose="020B0604020202020204" charset="0"/>
              </a:rPr>
              <a:t>6. Split the data</a:t>
            </a:r>
          </a:p>
        </p:txBody>
      </p:sp>
      <p:sp>
        <p:nvSpPr>
          <p:cNvPr id="4745" name="Google Shape;4745;p38"/>
          <p:cNvSpPr txBox="1">
            <a:spLocks noGrp="1"/>
          </p:cNvSpPr>
          <p:nvPr>
            <p:ph type="subTitle" idx="1"/>
          </p:nvPr>
        </p:nvSpPr>
        <p:spPr>
          <a:xfrm>
            <a:off x="4905374" y="2268425"/>
            <a:ext cx="3148965" cy="874800"/>
          </a:xfrm>
          <a:prstGeom prst="rect">
            <a:avLst/>
          </a:prstGeom>
        </p:spPr>
        <p:txBody>
          <a:bodyPr spcFirstLastPara="1" wrap="square" lIns="91425" tIns="91425" rIns="91425" bIns="91425" anchor="t" anchorCtr="0">
            <a:noAutofit/>
          </a:bodyPr>
          <a:lstStyle/>
          <a:p>
            <a:pPr marL="0" indent="0">
              <a:buNone/>
            </a:pPr>
            <a:r>
              <a:rPr lang="en-US" sz="1400" dirty="0"/>
              <a:t>We splatted the data randomly into 2 partitions with an 80%-20%</a:t>
            </a:r>
          </a:p>
          <a:p>
            <a:pPr marL="0" indent="0">
              <a:buNone/>
            </a:pPr>
            <a:r>
              <a:rPr lang="en-US" sz="1400" dirty="0"/>
              <a:t>Proportion for training dataset and testing dataset in order.</a:t>
            </a:r>
          </a:p>
          <a:p>
            <a:pPr marL="0" lvl="0" indent="0" algn="l" rtl="0">
              <a:spcBef>
                <a:spcPts val="0"/>
              </a:spcBef>
              <a:spcAft>
                <a:spcPts val="0"/>
              </a:spcAft>
              <a:buNone/>
            </a:pPr>
            <a:endParaRPr dirty="0"/>
          </a:p>
        </p:txBody>
      </p:sp>
      <p:cxnSp>
        <p:nvCxnSpPr>
          <p:cNvPr id="4746" name="Google Shape;4746;p38"/>
          <p:cNvCxnSpPr/>
          <p:nvPr/>
        </p:nvCxnSpPr>
        <p:spPr>
          <a:xfrm>
            <a:off x="4572000" y="3589775"/>
            <a:ext cx="4572000" cy="0"/>
          </a:xfrm>
          <a:prstGeom prst="straightConnector1">
            <a:avLst/>
          </a:prstGeom>
          <a:noFill/>
          <a:ln w="19050" cap="flat" cmpd="sng">
            <a:solidFill>
              <a:schemeClr val="lt1"/>
            </a:solidFill>
            <a:prstDash val="solid"/>
            <a:round/>
            <a:headEnd type="none" w="med" len="med"/>
            <a:tailEnd type="none" w="med" len="med"/>
          </a:ln>
        </p:spPr>
      </p:cxnSp>
      <p:pic>
        <p:nvPicPr>
          <p:cNvPr id="3" name="صورة 2">
            <a:extLst>
              <a:ext uri="{FF2B5EF4-FFF2-40B4-BE49-F238E27FC236}">
                <a16:creationId xmlns:a16="http://schemas.microsoft.com/office/drawing/2014/main" id="{FCDAFD94-5E09-7A72-6CB9-EDBD931ED10E}"/>
              </a:ext>
            </a:extLst>
          </p:cNvPr>
          <p:cNvPicPr>
            <a:picLocks noChangeAspect="1"/>
          </p:cNvPicPr>
          <p:nvPr/>
        </p:nvPicPr>
        <p:blipFill>
          <a:blip r:embed="rId3"/>
          <a:stretch>
            <a:fillRect/>
          </a:stretch>
        </p:blipFill>
        <p:spPr>
          <a:xfrm>
            <a:off x="789256" y="2087347"/>
            <a:ext cx="3935144" cy="11569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20"/>
        <p:cNvGrpSpPr/>
        <p:nvPr/>
      </p:nvGrpSpPr>
      <p:grpSpPr>
        <a:xfrm>
          <a:off x="0" y="0"/>
          <a:ext cx="0" cy="0"/>
          <a:chOff x="0" y="0"/>
          <a:chExt cx="0" cy="0"/>
        </a:xfrm>
      </p:grpSpPr>
      <p:sp>
        <p:nvSpPr>
          <p:cNvPr id="4722" name="Google Shape;4722;p36"/>
          <p:cNvSpPr txBox="1">
            <a:spLocks noGrp="1"/>
          </p:cNvSpPr>
          <p:nvPr>
            <p:ph type="title"/>
          </p:nvPr>
        </p:nvSpPr>
        <p:spPr>
          <a:xfrm>
            <a:off x="509390" y="539500"/>
            <a:ext cx="9975730" cy="582000"/>
          </a:xfrm>
          <a:prstGeom prst="rect">
            <a:avLst/>
          </a:prstGeom>
        </p:spPr>
        <p:txBody>
          <a:bodyPr spcFirstLastPara="1" wrap="square" lIns="91425" tIns="91425" rIns="91425" bIns="91425" anchor="t" anchorCtr="0">
            <a:noAutofit/>
          </a:bodyPr>
          <a:lstStyle/>
          <a:p>
            <a:pPr>
              <a:buClr>
                <a:schemeClr val="dk1"/>
              </a:buClr>
              <a:buSzPts val="2800"/>
            </a:pPr>
            <a:r>
              <a:rPr lang="en-US" dirty="0">
                <a:sym typeface="Abel"/>
              </a:rPr>
              <a:t>7. Plotted the histogram/distribution</a:t>
            </a:r>
            <a:endParaRPr lang="en-US" dirty="0"/>
          </a:p>
        </p:txBody>
      </p:sp>
      <p:cxnSp>
        <p:nvCxnSpPr>
          <p:cNvPr id="4728" name="Google Shape;4728;p36"/>
          <p:cNvCxnSpPr/>
          <p:nvPr/>
        </p:nvCxnSpPr>
        <p:spPr>
          <a:xfrm>
            <a:off x="1309350" y="1907817"/>
            <a:ext cx="6525300" cy="0"/>
          </a:xfrm>
          <a:prstGeom prst="straightConnector1">
            <a:avLst/>
          </a:prstGeom>
          <a:noFill/>
          <a:ln w="19050" cap="flat" cmpd="sng">
            <a:solidFill>
              <a:schemeClr val="lt1"/>
            </a:solidFill>
            <a:prstDash val="solid"/>
            <a:round/>
            <a:headEnd type="none" w="med" len="med"/>
            <a:tailEnd type="none" w="med" len="med"/>
          </a:ln>
        </p:spPr>
      </p:cxnSp>
      <p:pic>
        <p:nvPicPr>
          <p:cNvPr id="7" name="صورة 6">
            <a:extLst>
              <a:ext uri="{FF2B5EF4-FFF2-40B4-BE49-F238E27FC236}">
                <a16:creationId xmlns:a16="http://schemas.microsoft.com/office/drawing/2014/main" id="{2E99D923-E644-396B-77EB-20EAA3483DAE}"/>
              </a:ext>
            </a:extLst>
          </p:cNvPr>
          <p:cNvPicPr>
            <a:picLocks noChangeAspect="1"/>
          </p:cNvPicPr>
          <p:nvPr/>
        </p:nvPicPr>
        <p:blipFill>
          <a:blip r:embed="rId3"/>
          <a:stretch>
            <a:fillRect/>
          </a:stretch>
        </p:blipFill>
        <p:spPr>
          <a:xfrm>
            <a:off x="2314286" y="2056949"/>
            <a:ext cx="4330354" cy="2819850"/>
          </a:xfrm>
          <a:prstGeom prst="rect">
            <a:avLst/>
          </a:prstGeom>
        </p:spPr>
      </p:pic>
      <p:sp>
        <p:nvSpPr>
          <p:cNvPr id="8" name="Google Shape;4745;p38">
            <a:extLst>
              <a:ext uri="{FF2B5EF4-FFF2-40B4-BE49-F238E27FC236}">
                <a16:creationId xmlns:a16="http://schemas.microsoft.com/office/drawing/2014/main" id="{56F24994-5AD3-FE14-5C8E-967FB38DCE7D}"/>
              </a:ext>
            </a:extLst>
          </p:cNvPr>
          <p:cNvSpPr txBox="1">
            <a:spLocks noGrp="1"/>
          </p:cNvSpPr>
          <p:nvPr>
            <p:ph type="subTitle" idx="1"/>
          </p:nvPr>
        </p:nvSpPr>
        <p:spPr>
          <a:xfrm>
            <a:off x="2101214" y="1338785"/>
            <a:ext cx="4749166" cy="874800"/>
          </a:xfrm>
          <a:prstGeom prst="rect">
            <a:avLst/>
          </a:prstGeom>
        </p:spPr>
        <p:txBody>
          <a:bodyPr spcFirstLastPara="1" wrap="square" lIns="91425" tIns="91425" rIns="91425" bIns="91425" anchor="t" anchorCtr="0">
            <a:noAutofit/>
          </a:bodyPr>
          <a:lstStyle/>
          <a:p>
            <a:pPr marL="0" indent="0">
              <a:buNone/>
            </a:pPr>
            <a:r>
              <a:rPr lang="en-US" sz="1400" dirty="0">
                <a:latin typeface="Abel" panose="02000506030000020004" pitchFamily="2" charset="0"/>
              </a:rPr>
              <a:t>We splatted the data randomly into 2 partitions with an 80%-20%</a:t>
            </a:r>
          </a:p>
          <a:p>
            <a:pPr marL="0" indent="0">
              <a:buNone/>
            </a:pPr>
            <a:r>
              <a:rPr lang="en-US" sz="1400" dirty="0">
                <a:latin typeface="Abel" panose="02000506030000020004" pitchFamily="2" charset="0"/>
              </a:rPr>
              <a:t>Proportion for training dataset and testing dataset in order.</a:t>
            </a:r>
          </a:p>
          <a:p>
            <a:pPr marL="0" lvl="0" indent="0" algn="l" rtl="0">
              <a:spcBef>
                <a:spcPts val="0"/>
              </a:spcBef>
              <a:spcAft>
                <a:spcPts val="0"/>
              </a:spcAft>
              <a:buNone/>
            </a:pPr>
            <a:endParaRPr dirty="0">
              <a:latin typeface="Abel" panose="02000506030000020004" pitchFamily="2" charset="0"/>
            </a:endParaRPr>
          </a:p>
        </p:txBody>
      </p:sp>
    </p:spTree>
    <p:extLst>
      <p:ext uri="{BB962C8B-B14F-4D97-AF65-F5344CB8AC3E}">
        <p14:creationId xmlns:p14="http://schemas.microsoft.com/office/powerpoint/2010/main" val="2107828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17"/>
        <p:cNvGrpSpPr/>
        <p:nvPr/>
      </p:nvGrpSpPr>
      <p:grpSpPr>
        <a:xfrm>
          <a:off x="0" y="0"/>
          <a:ext cx="0" cy="0"/>
          <a:chOff x="0" y="0"/>
          <a:chExt cx="0" cy="0"/>
        </a:xfrm>
      </p:grpSpPr>
      <p:sp>
        <p:nvSpPr>
          <p:cNvPr id="5018" name="Google Shape;5018;p53"/>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r>
              <a:rPr lang="en-US" sz="2800" dirty="0"/>
              <a:t>8.Hypothesis Test</a:t>
            </a:r>
            <a:br>
              <a:rPr lang="en-US" dirty="0"/>
            </a:br>
            <a:endParaRPr dirty="0"/>
          </a:p>
        </p:txBody>
      </p:sp>
      <p:sp>
        <p:nvSpPr>
          <p:cNvPr id="3" name="مربع نص 2">
            <a:extLst>
              <a:ext uri="{FF2B5EF4-FFF2-40B4-BE49-F238E27FC236}">
                <a16:creationId xmlns:a16="http://schemas.microsoft.com/office/drawing/2014/main" id="{D48BA31A-2851-9A74-3950-C9172CD55E8A}"/>
              </a:ext>
            </a:extLst>
          </p:cNvPr>
          <p:cNvSpPr txBox="1"/>
          <p:nvPr/>
        </p:nvSpPr>
        <p:spPr>
          <a:xfrm>
            <a:off x="755904" y="1111996"/>
            <a:ext cx="3042945" cy="738664"/>
          </a:xfrm>
          <a:prstGeom prst="rect">
            <a:avLst/>
          </a:prstGeom>
          <a:noFill/>
        </p:spPr>
        <p:txBody>
          <a:bodyPr wrap="square">
            <a:spAutoFit/>
          </a:bodyPr>
          <a:lstStyle/>
          <a:p>
            <a:pPr marL="0" indent="0">
              <a:buNone/>
            </a:pPr>
            <a:r>
              <a:rPr lang="en-US" dirty="0">
                <a:solidFill>
                  <a:schemeClr val="dk1"/>
                </a:solidFill>
                <a:latin typeface="Abel"/>
              </a:rPr>
              <a:t>We statistically test if a feature/column in the training data is normally </a:t>
            </a:r>
          </a:p>
          <a:p>
            <a:pPr marL="0" indent="0">
              <a:buNone/>
            </a:pPr>
            <a:r>
              <a:rPr lang="en-US" dirty="0">
                <a:solidFill>
                  <a:schemeClr val="dk1"/>
                </a:solidFill>
                <a:latin typeface="Abel"/>
              </a:rPr>
              <a:t>distributed by doing the following steps:</a:t>
            </a:r>
          </a:p>
        </p:txBody>
      </p:sp>
      <p:grpSp>
        <p:nvGrpSpPr>
          <p:cNvPr id="5002" name="مجموعة 5001">
            <a:extLst>
              <a:ext uri="{FF2B5EF4-FFF2-40B4-BE49-F238E27FC236}">
                <a16:creationId xmlns:a16="http://schemas.microsoft.com/office/drawing/2014/main" id="{7B924B9F-C2D3-7DD4-3793-48664777B51D}"/>
              </a:ext>
            </a:extLst>
          </p:cNvPr>
          <p:cNvGrpSpPr/>
          <p:nvPr/>
        </p:nvGrpSpPr>
        <p:grpSpPr>
          <a:xfrm>
            <a:off x="492142" y="2312020"/>
            <a:ext cx="7230353" cy="2609386"/>
            <a:chOff x="356653" y="1762600"/>
            <a:chExt cx="8141172" cy="2688450"/>
          </a:xfrm>
        </p:grpSpPr>
        <p:sp>
          <p:nvSpPr>
            <p:cNvPr id="5020" name="Google Shape;5020;p53"/>
            <p:cNvSpPr txBox="1"/>
            <p:nvPr/>
          </p:nvSpPr>
          <p:spPr>
            <a:xfrm>
              <a:off x="2146650" y="3146050"/>
              <a:ext cx="1742597" cy="59689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udiowide"/>
                </a:rPr>
                <a:t>Alternative hypothesis (H1)</a:t>
              </a:r>
              <a:endParaRPr sz="1200" dirty="0">
                <a:solidFill>
                  <a:schemeClr val="dk1"/>
                </a:solidFill>
                <a:latin typeface="Audiowide"/>
                <a:sym typeface="Audiowide"/>
              </a:endParaRPr>
            </a:p>
          </p:txBody>
        </p:sp>
        <p:sp>
          <p:nvSpPr>
            <p:cNvPr id="5021" name="Google Shape;5021;p53"/>
            <p:cNvSpPr txBox="1"/>
            <p:nvPr/>
          </p:nvSpPr>
          <p:spPr>
            <a:xfrm>
              <a:off x="3824257" y="2723240"/>
              <a:ext cx="1494900" cy="39807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Audiowide"/>
                </a:rPr>
                <a:t>Alpha</a:t>
              </a:r>
              <a:endParaRPr sz="1200" dirty="0">
                <a:solidFill>
                  <a:schemeClr val="dk1"/>
                </a:solidFill>
                <a:latin typeface="Audiowide"/>
                <a:sym typeface="Audiowide"/>
              </a:endParaRPr>
            </a:p>
          </p:txBody>
        </p:sp>
        <p:sp>
          <p:nvSpPr>
            <p:cNvPr id="5022" name="Google Shape;5022;p53"/>
            <p:cNvSpPr txBox="1"/>
            <p:nvPr/>
          </p:nvSpPr>
          <p:spPr>
            <a:xfrm>
              <a:off x="5348110" y="2875174"/>
              <a:ext cx="1564837" cy="819001"/>
            </a:xfrm>
            <a:prstGeom prst="rect">
              <a:avLst/>
            </a:prstGeom>
            <a:noFill/>
            <a:ln>
              <a:noFill/>
            </a:ln>
          </p:spPr>
          <p:txBody>
            <a:bodyPr spcFirstLastPara="1" wrap="square" lIns="91425" tIns="91425" rIns="91425" bIns="91425" anchor="t" anchorCtr="0">
              <a:noAutofit/>
            </a:bodyPr>
            <a:lstStyle/>
            <a:p>
              <a:pPr algn="ctr"/>
              <a:r>
                <a:rPr lang="en-US" dirty="0">
                  <a:solidFill>
                    <a:schemeClr val="dk1"/>
                  </a:solidFill>
                  <a:latin typeface="Audiowide"/>
                </a:rPr>
                <a:t>Test statistic and p-value .</a:t>
              </a:r>
            </a:p>
            <a:p>
              <a:pPr marL="0" lvl="0" indent="0" algn="ctr" rtl="0">
                <a:spcBef>
                  <a:spcPts val="0"/>
                </a:spcBef>
                <a:spcAft>
                  <a:spcPts val="0"/>
                </a:spcAft>
                <a:buNone/>
              </a:pPr>
              <a:endParaRPr sz="1800" dirty="0">
                <a:solidFill>
                  <a:schemeClr val="dk1"/>
                </a:solidFill>
                <a:latin typeface="Audiowide"/>
                <a:ea typeface="Audiowide"/>
                <a:cs typeface="Audiowide"/>
                <a:sym typeface="Audiowide"/>
              </a:endParaRPr>
            </a:p>
          </p:txBody>
        </p:sp>
        <p:sp>
          <p:nvSpPr>
            <p:cNvPr id="5023" name="Google Shape;5023;p53"/>
            <p:cNvSpPr txBox="1"/>
            <p:nvPr/>
          </p:nvSpPr>
          <p:spPr>
            <a:xfrm>
              <a:off x="554404" y="3162011"/>
              <a:ext cx="1859612" cy="483973"/>
            </a:xfrm>
            <a:prstGeom prst="rect">
              <a:avLst/>
            </a:prstGeom>
            <a:noFill/>
            <a:ln>
              <a:noFill/>
            </a:ln>
          </p:spPr>
          <p:txBody>
            <a:bodyPr spcFirstLastPara="1" wrap="square" lIns="91425" tIns="91425" rIns="91425" bIns="91425" anchor="t" anchorCtr="0">
              <a:noAutofit/>
            </a:bodyPr>
            <a:lstStyle/>
            <a:p>
              <a:pPr algn="ctr"/>
              <a:r>
                <a:rPr lang="en-US" sz="1000" dirty="0">
                  <a:solidFill>
                    <a:schemeClr val="dk1"/>
                  </a:solidFill>
                  <a:latin typeface="Abel"/>
                </a:rPr>
                <a:t>The feature /column is normally distributed.</a:t>
              </a:r>
            </a:p>
            <a:p>
              <a:pPr marL="0" lvl="0" indent="0" algn="ctr" rtl="0">
                <a:spcBef>
                  <a:spcPts val="0"/>
                </a:spcBef>
                <a:spcAft>
                  <a:spcPts val="0"/>
                </a:spcAft>
                <a:buNone/>
              </a:pPr>
              <a:endParaRPr sz="1200" dirty="0">
                <a:solidFill>
                  <a:schemeClr val="dk1"/>
                </a:solidFill>
                <a:latin typeface="Abel"/>
                <a:ea typeface="Abel"/>
                <a:cs typeface="Abel"/>
                <a:sym typeface="Abel"/>
              </a:endParaRPr>
            </a:p>
          </p:txBody>
        </p:sp>
        <p:sp>
          <p:nvSpPr>
            <p:cNvPr id="5024" name="Google Shape;5024;p53"/>
            <p:cNvSpPr txBox="1"/>
            <p:nvPr/>
          </p:nvSpPr>
          <p:spPr>
            <a:xfrm>
              <a:off x="1987297" y="2638035"/>
              <a:ext cx="1946850" cy="59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000" dirty="0">
                  <a:solidFill>
                    <a:schemeClr val="dk1"/>
                  </a:solidFill>
                  <a:latin typeface="Abel"/>
                </a:rPr>
                <a:t>The feature </a:t>
              </a:r>
            </a:p>
            <a:p>
              <a:pPr marL="0" lvl="0" indent="0" algn="ctr" rtl="0">
                <a:spcBef>
                  <a:spcPts val="0"/>
                </a:spcBef>
                <a:spcAft>
                  <a:spcPts val="0"/>
                </a:spcAft>
                <a:buNone/>
              </a:pPr>
              <a:r>
                <a:rPr lang="en-US" sz="1000" dirty="0">
                  <a:solidFill>
                    <a:schemeClr val="dk1"/>
                  </a:solidFill>
                  <a:latin typeface="Abel"/>
                </a:rPr>
                <a:t>/column is not normally distributed</a:t>
              </a:r>
              <a:endParaRPr sz="1000" dirty="0">
                <a:solidFill>
                  <a:schemeClr val="dk1"/>
                </a:solidFill>
                <a:latin typeface="Abel"/>
                <a:sym typeface="Abel"/>
              </a:endParaRPr>
            </a:p>
          </p:txBody>
        </p:sp>
        <p:sp>
          <p:nvSpPr>
            <p:cNvPr id="5025" name="Google Shape;5025;p53"/>
            <p:cNvSpPr txBox="1"/>
            <p:nvPr/>
          </p:nvSpPr>
          <p:spPr>
            <a:xfrm>
              <a:off x="3824257" y="2934289"/>
              <a:ext cx="1494900" cy="609825"/>
            </a:xfrm>
            <a:prstGeom prst="rect">
              <a:avLst/>
            </a:prstGeom>
            <a:noFill/>
            <a:ln>
              <a:noFill/>
            </a:ln>
          </p:spPr>
          <p:txBody>
            <a:bodyPr spcFirstLastPara="1" wrap="square" lIns="91425" tIns="91425" rIns="91425" bIns="91425" anchor="t" anchorCtr="0">
              <a:noAutofit/>
            </a:bodyPr>
            <a:lstStyle/>
            <a:p>
              <a:pPr marL="0" indent="0" algn="ctr">
                <a:buNone/>
              </a:pPr>
              <a:r>
                <a:rPr lang="en-US" sz="1000" dirty="0">
                  <a:solidFill>
                    <a:schemeClr val="dk1"/>
                  </a:solidFill>
                  <a:latin typeface="Abel"/>
                </a:rPr>
                <a:t>Set the significance level (alpha) for the test as 0.05.</a:t>
              </a:r>
            </a:p>
            <a:p>
              <a:pPr marL="0" indent="0" algn="ctr">
                <a:buNone/>
              </a:pPr>
              <a:endParaRPr lang="en-US" sz="1000" dirty="0">
                <a:solidFill>
                  <a:schemeClr val="dk1"/>
                </a:solidFill>
                <a:latin typeface="Abel"/>
              </a:endParaRPr>
            </a:p>
          </p:txBody>
        </p:sp>
        <p:sp>
          <p:nvSpPr>
            <p:cNvPr id="5027" name="Google Shape;5027;p53"/>
            <p:cNvSpPr txBox="1"/>
            <p:nvPr/>
          </p:nvSpPr>
          <p:spPr>
            <a:xfrm>
              <a:off x="977650" y="1762600"/>
              <a:ext cx="9666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a:solidFill>
                    <a:schemeClr val="lt1"/>
                  </a:solidFill>
                  <a:latin typeface="Audiowide"/>
                  <a:ea typeface="Audiowide"/>
                  <a:cs typeface="Audiowide"/>
                  <a:sym typeface="Audiowide"/>
                </a:rPr>
                <a:t>01</a:t>
              </a:r>
              <a:endParaRPr sz="2800">
                <a:solidFill>
                  <a:schemeClr val="lt1"/>
                </a:solidFill>
                <a:latin typeface="Audiowide"/>
                <a:ea typeface="Audiowide"/>
                <a:cs typeface="Audiowide"/>
                <a:sym typeface="Audiowide"/>
              </a:endParaRPr>
            </a:p>
          </p:txBody>
        </p:sp>
        <p:sp>
          <p:nvSpPr>
            <p:cNvPr id="5028" name="Google Shape;5028;p53"/>
            <p:cNvSpPr txBox="1"/>
            <p:nvPr/>
          </p:nvSpPr>
          <p:spPr>
            <a:xfrm>
              <a:off x="4088575" y="1764825"/>
              <a:ext cx="9666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dirty="0">
                  <a:solidFill>
                    <a:schemeClr val="lt1"/>
                  </a:solidFill>
                  <a:latin typeface="Audiowide"/>
                  <a:ea typeface="Audiowide"/>
                  <a:cs typeface="Audiowide"/>
                  <a:sym typeface="Audiowide"/>
                </a:rPr>
                <a:t>03</a:t>
              </a:r>
              <a:endParaRPr sz="2800" dirty="0">
                <a:solidFill>
                  <a:schemeClr val="lt1"/>
                </a:solidFill>
                <a:latin typeface="Audiowide"/>
                <a:ea typeface="Audiowide"/>
                <a:cs typeface="Audiowide"/>
                <a:sym typeface="Audiowide"/>
              </a:endParaRPr>
            </a:p>
          </p:txBody>
        </p:sp>
        <p:sp>
          <p:nvSpPr>
            <p:cNvPr id="5029" name="Google Shape;5029;p53"/>
            <p:cNvSpPr txBox="1"/>
            <p:nvPr/>
          </p:nvSpPr>
          <p:spPr>
            <a:xfrm>
              <a:off x="6864097" y="2547800"/>
              <a:ext cx="1633728" cy="5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udiowide"/>
                </a:rPr>
                <a:t>Compare the p-value to the significance level</a:t>
              </a:r>
              <a:endParaRPr sz="1200" dirty="0">
                <a:solidFill>
                  <a:schemeClr val="dk1"/>
                </a:solidFill>
                <a:latin typeface="Audiowide"/>
                <a:sym typeface="Audiowide"/>
              </a:endParaRPr>
            </a:p>
          </p:txBody>
        </p:sp>
        <p:sp>
          <p:nvSpPr>
            <p:cNvPr id="5031" name="Google Shape;5031;p53"/>
            <p:cNvSpPr txBox="1"/>
            <p:nvPr/>
          </p:nvSpPr>
          <p:spPr>
            <a:xfrm>
              <a:off x="7199628" y="1764825"/>
              <a:ext cx="9666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dirty="0">
                  <a:solidFill>
                    <a:schemeClr val="lt1"/>
                  </a:solidFill>
                  <a:latin typeface="Audiowide"/>
                  <a:ea typeface="Audiowide"/>
                  <a:cs typeface="Audiowide"/>
                  <a:sym typeface="Audiowide"/>
                </a:rPr>
                <a:t>05</a:t>
              </a:r>
              <a:endParaRPr sz="2800" dirty="0">
                <a:solidFill>
                  <a:schemeClr val="lt1"/>
                </a:solidFill>
                <a:latin typeface="Audiowide"/>
                <a:ea typeface="Audiowide"/>
                <a:cs typeface="Audiowide"/>
                <a:sym typeface="Audiowide"/>
              </a:endParaRPr>
            </a:p>
          </p:txBody>
        </p:sp>
        <p:sp>
          <p:nvSpPr>
            <p:cNvPr id="5032" name="Google Shape;5032;p53"/>
            <p:cNvSpPr txBox="1"/>
            <p:nvPr/>
          </p:nvSpPr>
          <p:spPr>
            <a:xfrm>
              <a:off x="2532732" y="4046950"/>
              <a:ext cx="9666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dirty="0">
                  <a:solidFill>
                    <a:schemeClr val="lt1"/>
                  </a:solidFill>
                  <a:latin typeface="Audiowide"/>
                  <a:ea typeface="Audiowide"/>
                  <a:cs typeface="Audiowide"/>
                  <a:sym typeface="Audiowide"/>
                </a:rPr>
                <a:t>02</a:t>
              </a:r>
              <a:endParaRPr sz="2800" dirty="0">
                <a:solidFill>
                  <a:schemeClr val="lt1"/>
                </a:solidFill>
                <a:latin typeface="Audiowide"/>
                <a:ea typeface="Audiowide"/>
                <a:cs typeface="Audiowide"/>
                <a:sym typeface="Audiowide"/>
              </a:endParaRPr>
            </a:p>
          </p:txBody>
        </p:sp>
        <p:sp>
          <p:nvSpPr>
            <p:cNvPr id="5033" name="Google Shape;5033;p53"/>
            <p:cNvSpPr txBox="1"/>
            <p:nvPr/>
          </p:nvSpPr>
          <p:spPr>
            <a:xfrm>
              <a:off x="5644080" y="4046950"/>
              <a:ext cx="9666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dirty="0">
                  <a:solidFill>
                    <a:schemeClr val="lt1"/>
                  </a:solidFill>
                  <a:latin typeface="Audiowide"/>
                  <a:ea typeface="Audiowide"/>
                  <a:cs typeface="Audiowide"/>
                  <a:sym typeface="Audiowide"/>
                </a:rPr>
                <a:t>04</a:t>
              </a:r>
              <a:endParaRPr sz="2800" dirty="0">
                <a:solidFill>
                  <a:schemeClr val="lt1"/>
                </a:solidFill>
                <a:latin typeface="Audiowide"/>
                <a:ea typeface="Audiowide"/>
                <a:cs typeface="Audiowide"/>
                <a:sym typeface="Audiowide"/>
              </a:endParaRPr>
            </a:p>
          </p:txBody>
        </p:sp>
        <p:cxnSp>
          <p:nvCxnSpPr>
            <p:cNvPr id="5034" name="Google Shape;5034;p53"/>
            <p:cNvCxnSpPr>
              <a:cxnSpLocks/>
              <a:stCxn id="5027" idx="2"/>
              <a:endCxn id="7" idx="0"/>
            </p:cNvCxnSpPr>
            <p:nvPr/>
          </p:nvCxnSpPr>
          <p:spPr>
            <a:xfrm flipH="1">
              <a:off x="1453316" y="2166700"/>
              <a:ext cx="7636" cy="550073"/>
            </a:xfrm>
            <a:prstGeom prst="straightConnector1">
              <a:avLst/>
            </a:prstGeom>
            <a:noFill/>
            <a:ln w="19050" cap="flat" cmpd="sng">
              <a:solidFill>
                <a:schemeClr val="lt1"/>
              </a:solidFill>
              <a:prstDash val="solid"/>
              <a:round/>
              <a:headEnd type="none" w="med" len="med"/>
              <a:tailEnd type="oval" w="med" len="med"/>
            </a:ln>
          </p:spPr>
        </p:cxnSp>
        <p:cxnSp>
          <p:nvCxnSpPr>
            <p:cNvPr id="5035" name="Google Shape;5035;p53"/>
            <p:cNvCxnSpPr>
              <a:cxnSpLocks/>
              <a:stCxn id="5023" idx="2"/>
              <a:endCxn id="5032" idx="1"/>
            </p:cNvCxnSpPr>
            <p:nvPr/>
          </p:nvCxnSpPr>
          <p:spPr>
            <a:xfrm rot="16200000" flipH="1">
              <a:off x="1706964" y="3423231"/>
              <a:ext cx="603016" cy="1048521"/>
            </a:xfrm>
            <a:prstGeom prst="bentConnector2">
              <a:avLst/>
            </a:prstGeom>
            <a:noFill/>
            <a:ln w="19050" cap="flat" cmpd="sng">
              <a:solidFill>
                <a:schemeClr val="lt1"/>
              </a:solidFill>
              <a:prstDash val="solid"/>
              <a:round/>
              <a:headEnd type="none" w="med" len="med"/>
              <a:tailEnd type="oval" w="med" len="med"/>
            </a:ln>
          </p:spPr>
        </p:cxnSp>
        <p:cxnSp>
          <p:nvCxnSpPr>
            <p:cNvPr id="5036" name="Google Shape;5036;p53"/>
            <p:cNvCxnSpPr>
              <a:cxnSpLocks/>
              <a:stCxn id="5032" idx="0"/>
              <a:endCxn id="5020" idx="2"/>
            </p:cNvCxnSpPr>
            <p:nvPr/>
          </p:nvCxnSpPr>
          <p:spPr>
            <a:xfrm rot="5400000" flipH="1" flipV="1">
              <a:off x="2864987" y="3893989"/>
              <a:ext cx="304006" cy="1917"/>
            </a:xfrm>
            <a:prstGeom prst="bentConnector3">
              <a:avLst>
                <a:gd name="adj1" fmla="val 50000"/>
              </a:avLst>
            </a:prstGeom>
            <a:noFill/>
            <a:ln w="19050" cap="flat" cmpd="sng">
              <a:solidFill>
                <a:schemeClr val="lt1"/>
              </a:solidFill>
              <a:prstDash val="solid"/>
              <a:round/>
              <a:headEnd type="none" w="med" len="med"/>
              <a:tailEnd type="oval" w="med" len="med"/>
            </a:ln>
          </p:spPr>
        </p:cxnSp>
        <p:cxnSp>
          <p:nvCxnSpPr>
            <p:cNvPr id="5037" name="Google Shape;5037;p53"/>
            <p:cNvCxnSpPr>
              <a:cxnSpLocks/>
              <a:stCxn id="5024" idx="0"/>
              <a:endCxn id="5028" idx="1"/>
            </p:cNvCxnSpPr>
            <p:nvPr/>
          </p:nvCxnSpPr>
          <p:spPr>
            <a:xfrm rot="5400000" flipH="1" flipV="1">
              <a:off x="3189069" y="1738529"/>
              <a:ext cx="671160" cy="1127853"/>
            </a:xfrm>
            <a:prstGeom prst="bentConnector2">
              <a:avLst/>
            </a:prstGeom>
            <a:noFill/>
            <a:ln w="19050" cap="flat" cmpd="sng">
              <a:solidFill>
                <a:schemeClr val="lt1"/>
              </a:solidFill>
              <a:prstDash val="solid"/>
              <a:round/>
              <a:headEnd type="none" w="med" len="med"/>
              <a:tailEnd type="oval" w="med" len="med"/>
            </a:ln>
          </p:spPr>
        </p:cxnSp>
        <p:cxnSp>
          <p:nvCxnSpPr>
            <p:cNvPr id="5038" name="Google Shape;5038;p53"/>
            <p:cNvCxnSpPr>
              <a:cxnSpLocks/>
              <a:stCxn id="5028" idx="2"/>
              <a:endCxn id="5021" idx="0"/>
            </p:cNvCxnSpPr>
            <p:nvPr/>
          </p:nvCxnSpPr>
          <p:spPr>
            <a:xfrm rot="5400000">
              <a:off x="4294635" y="2445998"/>
              <a:ext cx="554315" cy="169"/>
            </a:xfrm>
            <a:prstGeom prst="bentConnector3">
              <a:avLst>
                <a:gd name="adj1" fmla="val 50000"/>
              </a:avLst>
            </a:prstGeom>
            <a:noFill/>
            <a:ln w="19050" cap="flat" cmpd="sng">
              <a:solidFill>
                <a:schemeClr val="lt1"/>
              </a:solidFill>
              <a:prstDash val="solid"/>
              <a:round/>
              <a:headEnd type="none" w="med" len="med"/>
              <a:tailEnd type="oval" w="med" len="med"/>
            </a:ln>
          </p:spPr>
        </p:cxnSp>
        <p:cxnSp>
          <p:nvCxnSpPr>
            <p:cNvPr id="5039" name="Google Shape;5039;p53"/>
            <p:cNvCxnSpPr>
              <a:cxnSpLocks/>
              <a:stCxn id="5025" idx="2"/>
              <a:endCxn id="5033" idx="1"/>
            </p:cNvCxnSpPr>
            <p:nvPr/>
          </p:nvCxnSpPr>
          <p:spPr>
            <a:xfrm rot="16200000" flipH="1">
              <a:off x="4755451" y="3360371"/>
              <a:ext cx="704886" cy="1072373"/>
            </a:xfrm>
            <a:prstGeom prst="bentConnector2">
              <a:avLst/>
            </a:prstGeom>
            <a:noFill/>
            <a:ln w="19050" cap="flat" cmpd="sng">
              <a:solidFill>
                <a:schemeClr val="lt1"/>
              </a:solidFill>
              <a:prstDash val="solid"/>
              <a:round/>
              <a:headEnd type="none" w="med" len="med"/>
              <a:tailEnd type="oval" w="med" len="med"/>
            </a:ln>
          </p:spPr>
        </p:cxnSp>
        <p:cxnSp>
          <p:nvCxnSpPr>
            <p:cNvPr id="5040" name="Google Shape;5040;p53"/>
            <p:cNvCxnSpPr>
              <a:cxnSpLocks/>
              <a:stCxn id="5033" idx="0"/>
              <a:endCxn id="5022" idx="2"/>
            </p:cNvCxnSpPr>
            <p:nvPr/>
          </p:nvCxnSpPr>
          <p:spPr>
            <a:xfrm rot="5400000" flipH="1" flipV="1">
              <a:off x="5952567" y="3868989"/>
              <a:ext cx="352775" cy="3148"/>
            </a:xfrm>
            <a:prstGeom prst="bentConnector3">
              <a:avLst>
                <a:gd name="adj1" fmla="val 50000"/>
              </a:avLst>
            </a:prstGeom>
            <a:noFill/>
            <a:ln w="19050" cap="flat" cmpd="sng">
              <a:solidFill>
                <a:schemeClr val="lt1"/>
              </a:solidFill>
              <a:prstDash val="solid"/>
              <a:round/>
              <a:headEnd type="none" w="med" len="med"/>
              <a:tailEnd type="oval" w="med" len="med"/>
            </a:ln>
          </p:spPr>
        </p:cxnSp>
        <p:cxnSp>
          <p:nvCxnSpPr>
            <p:cNvPr id="5041" name="Google Shape;5041;p53"/>
            <p:cNvCxnSpPr>
              <a:cxnSpLocks/>
              <a:stCxn id="5022" idx="0"/>
              <a:endCxn id="5031" idx="1"/>
            </p:cNvCxnSpPr>
            <p:nvPr/>
          </p:nvCxnSpPr>
          <p:spPr>
            <a:xfrm rot="5400000" flipH="1" flipV="1">
              <a:off x="6210929" y="1886476"/>
              <a:ext cx="908299" cy="1069099"/>
            </a:xfrm>
            <a:prstGeom prst="bentConnector2">
              <a:avLst/>
            </a:prstGeom>
            <a:noFill/>
            <a:ln w="19050" cap="flat" cmpd="sng">
              <a:solidFill>
                <a:schemeClr val="lt1"/>
              </a:solidFill>
              <a:prstDash val="solid"/>
              <a:round/>
              <a:headEnd type="none" w="med" len="med"/>
              <a:tailEnd type="oval" w="med" len="med"/>
            </a:ln>
          </p:spPr>
        </p:cxnSp>
        <p:cxnSp>
          <p:nvCxnSpPr>
            <p:cNvPr id="5042" name="Google Shape;5042;p53"/>
            <p:cNvCxnSpPr>
              <a:cxnSpLocks/>
              <a:stCxn id="5031" idx="2"/>
              <a:endCxn id="5029" idx="0"/>
            </p:cNvCxnSpPr>
            <p:nvPr/>
          </p:nvCxnSpPr>
          <p:spPr>
            <a:xfrm rot="5400000">
              <a:off x="7492508" y="2357379"/>
              <a:ext cx="378875" cy="1967"/>
            </a:xfrm>
            <a:prstGeom prst="bentConnector3">
              <a:avLst>
                <a:gd name="adj1" fmla="val 50000"/>
              </a:avLst>
            </a:prstGeom>
            <a:noFill/>
            <a:ln w="19050" cap="flat" cmpd="sng">
              <a:solidFill>
                <a:schemeClr val="lt1"/>
              </a:solidFill>
              <a:prstDash val="solid"/>
              <a:round/>
              <a:headEnd type="none" w="med" len="med"/>
              <a:tailEnd type="oval" w="med" len="med"/>
            </a:ln>
          </p:spPr>
        </p:cxnSp>
        <p:sp>
          <p:nvSpPr>
            <p:cNvPr id="7" name="Google Shape;5019;p53">
              <a:extLst>
                <a:ext uri="{FF2B5EF4-FFF2-40B4-BE49-F238E27FC236}">
                  <a16:creationId xmlns:a16="http://schemas.microsoft.com/office/drawing/2014/main" id="{CEA97049-BA6F-3EC7-5723-FCFE596B077E}"/>
                </a:ext>
              </a:extLst>
            </p:cNvPr>
            <p:cNvSpPr txBox="1"/>
            <p:nvPr/>
          </p:nvSpPr>
          <p:spPr>
            <a:xfrm>
              <a:off x="356653" y="2716774"/>
              <a:ext cx="2193325" cy="5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Audiowide"/>
                </a:rPr>
                <a:t>Null hypothesis</a:t>
              </a:r>
            </a:p>
            <a:p>
              <a:pPr marL="0" lvl="0" indent="0" algn="ctr" rtl="0">
                <a:spcBef>
                  <a:spcPts val="0"/>
                </a:spcBef>
                <a:spcAft>
                  <a:spcPts val="0"/>
                </a:spcAft>
                <a:buNone/>
              </a:pPr>
              <a:r>
                <a:rPr lang="en-US" sz="1200" dirty="0">
                  <a:solidFill>
                    <a:schemeClr val="dk1"/>
                  </a:solidFill>
                  <a:latin typeface="Audiowide"/>
                </a:rPr>
                <a:t>(Ho)</a:t>
              </a:r>
              <a:endParaRPr sz="1200" dirty="0">
                <a:solidFill>
                  <a:schemeClr val="dk1"/>
                </a:solidFill>
                <a:latin typeface="Audiowide"/>
                <a:sym typeface="Audiowide"/>
              </a:endParaRPr>
            </a:p>
          </p:txBody>
        </p:sp>
      </p:grpSp>
      <p:pic>
        <p:nvPicPr>
          <p:cNvPr id="5047" name="صورة 5046">
            <a:extLst>
              <a:ext uri="{FF2B5EF4-FFF2-40B4-BE49-F238E27FC236}">
                <a16:creationId xmlns:a16="http://schemas.microsoft.com/office/drawing/2014/main" id="{F71263F0-4D13-F246-4457-A88B1C74EA5F}"/>
              </a:ext>
            </a:extLst>
          </p:cNvPr>
          <p:cNvPicPr>
            <a:picLocks noChangeAspect="1"/>
          </p:cNvPicPr>
          <p:nvPr/>
        </p:nvPicPr>
        <p:blipFill>
          <a:blip r:embed="rId3"/>
          <a:stretch>
            <a:fillRect/>
          </a:stretch>
        </p:blipFill>
        <p:spPr>
          <a:xfrm>
            <a:off x="5045449" y="685488"/>
            <a:ext cx="3436914" cy="15418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74"/>
        <p:cNvGrpSpPr/>
        <p:nvPr/>
      </p:nvGrpSpPr>
      <p:grpSpPr>
        <a:xfrm>
          <a:off x="0" y="0"/>
          <a:ext cx="0" cy="0"/>
          <a:chOff x="0" y="0"/>
          <a:chExt cx="0" cy="0"/>
        </a:xfrm>
      </p:grpSpPr>
      <p:sp>
        <p:nvSpPr>
          <p:cNvPr id="4775" name="Google Shape;4775;p41"/>
          <p:cNvSpPr txBox="1">
            <a:spLocks noGrp="1"/>
          </p:cNvSpPr>
          <p:nvPr>
            <p:ph type="title"/>
          </p:nvPr>
        </p:nvSpPr>
        <p:spPr>
          <a:xfrm>
            <a:off x="1271239" y="487461"/>
            <a:ext cx="3925229" cy="582000"/>
          </a:xfrm>
          <a:prstGeom prst="rect">
            <a:avLst/>
          </a:prstGeom>
        </p:spPr>
        <p:txBody>
          <a:bodyPr spcFirstLastPara="1" wrap="square" lIns="91425" tIns="91425" rIns="91425" bIns="91425" anchor="t" anchorCtr="0">
            <a:noAutofit/>
          </a:bodyPr>
          <a:lstStyle/>
          <a:p>
            <a:pPr marL="0" indent="0">
              <a:buNone/>
            </a:pPr>
            <a:r>
              <a:rPr lang="en-US" sz="2800" dirty="0"/>
              <a:t>9.Conditional </a:t>
            </a:r>
            <a:br>
              <a:rPr lang="en-US" sz="2800" dirty="0"/>
            </a:br>
            <a:r>
              <a:rPr lang="en-US" sz="2800" dirty="0"/>
              <a:t>Distributions</a:t>
            </a:r>
          </a:p>
        </p:txBody>
      </p:sp>
      <p:sp>
        <p:nvSpPr>
          <p:cNvPr id="4780" name="Google Shape;4780;p41"/>
          <p:cNvSpPr txBox="1">
            <a:spLocks noGrp="1"/>
          </p:cNvSpPr>
          <p:nvPr>
            <p:ph type="subTitle" idx="5"/>
          </p:nvPr>
        </p:nvSpPr>
        <p:spPr>
          <a:xfrm>
            <a:off x="1853425" y="2192552"/>
            <a:ext cx="2205619" cy="384900"/>
          </a:xfrm>
          <a:prstGeom prst="rect">
            <a:avLst/>
          </a:prstGeom>
        </p:spPr>
        <p:txBody>
          <a:bodyPr spcFirstLastPara="1" wrap="square" lIns="91425" tIns="91425" rIns="91425" bIns="91425" anchor="t" anchorCtr="0">
            <a:noAutofit/>
          </a:bodyPr>
          <a:lstStyle/>
          <a:p>
            <a:pPr marL="0" indent="0"/>
            <a:r>
              <a:rPr lang="en-US" sz="1400" dirty="0"/>
              <a:t>We plotted the conditional distributions of each feature in the training data on each target class, using the seaborn library in Python.</a:t>
            </a:r>
          </a:p>
          <a:p>
            <a:pPr marL="0" lvl="0" indent="0" algn="l" rtl="0">
              <a:spcBef>
                <a:spcPts val="0"/>
              </a:spcBef>
              <a:spcAft>
                <a:spcPts val="0"/>
              </a:spcAft>
              <a:buNone/>
            </a:pPr>
            <a:endParaRPr dirty="0"/>
          </a:p>
        </p:txBody>
      </p:sp>
      <p:pic>
        <p:nvPicPr>
          <p:cNvPr id="17" name="صورة 16">
            <a:extLst>
              <a:ext uri="{FF2B5EF4-FFF2-40B4-BE49-F238E27FC236}">
                <a16:creationId xmlns:a16="http://schemas.microsoft.com/office/drawing/2014/main" id="{6D6E171B-E74F-A5FD-54EA-71DB2D720925}"/>
              </a:ext>
            </a:extLst>
          </p:cNvPr>
          <p:cNvPicPr>
            <a:picLocks noChangeAspect="1"/>
          </p:cNvPicPr>
          <p:nvPr/>
        </p:nvPicPr>
        <p:blipFill>
          <a:blip r:embed="rId3"/>
          <a:stretch>
            <a:fillRect/>
          </a:stretch>
        </p:blipFill>
        <p:spPr>
          <a:xfrm>
            <a:off x="5480008" y="573118"/>
            <a:ext cx="2192030" cy="2214687"/>
          </a:xfrm>
          <a:prstGeom prst="rect">
            <a:avLst/>
          </a:prstGeom>
        </p:spPr>
      </p:pic>
      <p:pic>
        <p:nvPicPr>
          <p:cNvPr id="19" name="صورة 18">
            <a:extLst>
              <a:ext uri="{FF2B5EF4-FFF2-40B4-BE49-F238E27FC236}">
                <a16:creationId xmlns:a16="http://schemas.microsoft.com/office/drawing/2014/main" id="{91D43C98-0E4F-7112-69AC-E12FCB88EA65}"/>
              </a:ext>
            </a:extLst>
          </p:cNvPr>
          <p:cNvPicPr>
            <a:picLocks noChangeAspect="1"/>
          </p:cNvPicPr>
          <p:nvPr/>
        </p:nvPicPr>
        <p:blipFill>
          <a:blip r:embed="rId4"/>
          <a:stretch>
            <a:fillRect/>
          </a:stretch>
        </p:blipFill>
        <p:spPr>
          <a:xfrm>
            <a:off x="4497659" y="2764317"/>
            <a:ext cx="4066478" cy="19554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96"/>
        <p:cNvGrpSpPr/>
        <p:nvPr/>
      </p:nvGrpSpPr>
      <p:grpSpPr>
        <a:xfrm>
          <a:off x="0" y="0"/>
          <a:ext cx="0" cy="0"/>
          <a:chOff x="0" y="0"/>
          <a:chExt cx="0" cy="0"/>
        </a:xfrm>
      </p:grpSpPr>
      <p:sp>
        <p:nvSpPr>
          <p:cNvPr id="4997" name="Google Shape;4997;p52"/>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t>10.Naive Bayes classifier </a:t>
            </a:r>
            <a:endParaRPr sz="2800" dirty="0"/>
          </a:p>
        </p:txBody>
      </p:sp>
      <p:pic>
        <p:nvPicPr>
          <p:cNvPr id="3" name="صورة 2">
            <a:extLst>
              <a:ext uri="{FF2B5EF4-FFF2-40B4-BE49-F238E27FC236}">
                <a16:creationId xmlns:a16="http://schemas.microsoft.com/office/drawing/2014/main" id="{1FE6484B-B5B6-90A5-F1B8-85019ABE20C1}"/>
              </a:ext>
            </a:extLst>
          </p:cNvPr>
          <p:cNvPicPr>
            <a:picLocks noChangeAspect="1"/>
          </p:cNvPicPr>
          <p:nvPr/>
        </p:nvPicPr>
        <p:blipFill>
          <a:blip r:embed="rId3"/>
          <a:stretch>
            <a:fillRect/>
          </a:stretch>
        </p:blipFill>
        <p:spPr>
          <a:xfrm>
            <a:off x="3899935" y="1421010"/>
            <a:ext cx="4582425" cy="3075719"/>
          </a:xfrm>
          <a:prstGeom prst="rect">
            <a:avLst/>
          </a:prstGeom>
        </p:spPr>
      </p:pic>
      <p:sp>
        <p:nvSpPr>
          <p:cNvPr id="5" name="مربع نص 4">
            <a:extLst>
              <a:ext uri="{FF2B5EF4-FFF2-40B4-BE49-F238E27FC236}">
                <a16:creationId xmlns:a16="http://schemas.microsoft.com/office/drawing/2014/main" id="{4B4EE7F7-F92F-80B0-5240-496620C951B3}"/>
              </a:ext>
            </a:extLst>
          </p:cNvPr>
          <p:cNvSpPr txBox="1"/>
          <p:nvPr/>
        </p:nvSpPr>
        <p:spPr>
          <a:xfrm>
            <a:off x="754566" y="1534029"/>
            <a:ext cx="3081453" cy="2677656"/>
          </a:xfrm>
          <a:prstGeom prst="rect">
            <a:avLst/>
          </a:prstGeom>
          <a:noFill/>
        </p:spPr>
        <p:txBody>
          <a:bodyPr wrap="square">
            <a:spAutoFit/>
          </a:bodyPr>
          <a:lstStyle/>
          <a:p>
            <a:pPr algn="l"/>
            <a:r>
              <a:rPr lang="en-US" b="1" i="0" dirty="0">
                <a:solidFill>
                  <a:srgbClr val="292929"/>
                </a:solidFill>
                <a:effectLst/>
                <a:latin typeface="Abel" panose="02000506030000020004" pitchFamily="2" charset="0"/>
              </a:rPr>
              <a:t>Naive Bayes </a:t>
            </a:r>
            <a:r>
              <a:rPr lang="en-US" b="0" i="0" dirty="0">
                <a:solidFill>
                  <a:srgbClr val="292929"/>
                </a:solidFill>
                <a:effectLst/>
                <a:latin typeface="Abel" panose="02000506030000020004" pitchFamily="2" charset="0"/>
              </a:rPr>
              <a:t>algorithm is a supervised classification algorithm based on </a:t>
            </a:r>
            <a:r>
              <a:rPr lang="en-US" b="1" i="0" dirty="0">
                <a:solidFill>
                  <a:srgbClr val="292929"/>
                </a:solidFill>
                <a:effectLst/>
                <a:latin typeface="Abel" panose="02000506030000020004" pitchFamily="2" charset="0"/>
              </a:rPr>
              <a:t>Bayes theorem </a:t>
            </a:r>
            <a:r>
              <a:rPr lang="en-US" b="0" i="0" dirty="0">
                <a:solidFill>
                  <a:srgbClr val="292929"/>
                </a:solidFill>
                <a:effectLst/>
                <a:latin typeface="Abel" panose="02000506030000020004" pitchFamily="2" charset="0"/>
              </a:rPr>
              <a:t>with strong(</a:t>
            </a:r>
            <a:r>
              <a:rPr lang="en-US" b="1" i="0" dirty="0">
                <a:solidFill>
                  <a:srgbClr val="292929"/>
                </a:solidFill>
                <a:effectLst/>
                <a:latin typeface="Abel" panose="02000506030000020004" pitchFamily="2" charset="0"/>
              </a:rPr>
              <a:t>Naive</a:t>
            </a:r>
            <a:r>
              <a:rPr lang="en-US" b="0" i="0" dirty="0">
                <a:solidFill>
                  <a:srgbClr val="292929"/>
                </a:solidFill>
                <a:effectLst/>
                <a:latin typeface="Abel" panose="02000506030000020004" pitchFamily="2" charset="0"/>
              </a:rPr>
              <a:t>)</a:t>
            </a:r>
            <a:r>
              <a:rPr lang="en-US" b="1" i="0" dirty="0">
                <a:solidFill>
                  <a:srgbClr val="292929"/>
                </a:solidFill>
                <a:effectLst/>
                <a:latin typeface="Abel" panose="02000506030000020004" pitchFamily="2" charset="0"/>
              </a:rPr>
              <a:t> independence</a:t>
            </a:r>
            <a:r>
              <a:rPr lang="en-US" b="0" i="0" dirty="0">
                <a:solidFill>
                  <a:srgbClr val="292929"/>
                </a:solidFill>
                <a:effectLst/>
                <a:latin typeface="Abel" panose="02000506030000020004" pitchFamily="2" charset="0"/>
              </a:rPr>
              <a:t> </a:t>
            </a:r>
            <a:r>
              <a:rPr lang="en-US" b="1" i="0" dirty="0">
                <a:solidFill>
                  <a:srgbClr val="292929"/>
                </a:solidFill>
                <a:effectLst/>
                <a:latin typeface="Abel" panose="02000506030000020004" pitchFamily="2" charset="0"/>
              </a:rPr>
              <a:t>among features.</a:t>
            </a:r>
            <a:endParaRPr lang="en-US" b="0" i="0" dirty="0">
              <a:solidFill>
                <a:srgbClr val="292929"/>
              </a:solidFill>
              <a:effectLst/>
              <a:latin typeface="Abel" panose="02000506030000020004" pitchFamily="2" charset="0"/>
            </a:endParaRPr>
          </a:p>
          <a:p>
            <a:pPr algn="l"/>
            <a:endParaRPr lang="en-US" b="1" i="0" dirty="0">
              <a:solidFill>
                <a:srgbClr val="292929"/>
              </a:solidFill>
              <a:effectLst/>
              <a:latin typeface="Abel" panose="02000506030000020004" pitchFamily="2" charset="0"/>
            </a:endParaRPr>
          </a:p>
          <a:p>
            <a:pPr algn="l"/>
            <a:r>
              <a:rPr lang="en-US" b="1" i="0" dirty="0">
                <a:solidFill>
                  <a:srgbClr val="292929"/>
                </a:solidFill>
                <a:effectLst/>
                <a:latin typeface="Abel" panose="02000506030000020004" pitchFamily="2" charset="0"/>
              </a:rPr>
              <a:t>Bayes’ Theorem</a:t>
            </a:r>
          </a:p>
          <a:p>
            <a:pPr algn="l"/>
            <a:r>
              <a:rPr lang="en-US" b="0" i="0" dirty="0">
                <a:solidFill>
                  <a:srgbClr val="292929"/>
                </a:solidFill>
                <a:effectLst/>
                <a:latin typeface="Abel" panose="02000506030000020004" pitchFamily="2" charset="0"/>
              </a:rPr>
              <a:t>In probability theory and statistics, </a:t>
            </a:r>
            <a:r>
              <a:rPr lang="en-US" b="1" i="0" dirty="0">
                <a:solidFill>
                  <a:srgbClr val="292929"/>
                </a:solidFill>
                <a:effectLst/>
                <a:latin typeface="Abel" panose="02000506030000020004" pitchFamily="2" charset="0"/>
              </a:rPr>
              <a:t>Bayes’ theorem</a:t>
            </a:r>
            <a:r>
              <a:rPr lang="en-US" b="0" i="0" dirty="0">
                <a:solidFill>
                  <a:srgbClr val="292929"/>
                </a:solidFill>
                <a:effectLst/>
                <a:latin typeface="Abel" panose="02000506030000020004" pitchFamily="2" charset="0"/>
              </a:rPr>
              <a:t> describes the probability of an event, based on prior knowledge of conditions that might be related to the event</a:t>
            </a:r>
          </a:p>
        </p:txBody>
      </p:sp>
    </p:spTree>
    <p:extLst>
      <p:ext uri="{BB962C8B-B14F-4D97-AF65-F5344CB8AC3E}">
        <p14:creationId xmlns:p14="http://schemas.microsoft.com/office/powerpoint/2010/main" val="768136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96"/>
        <p:cNvGrpSpPr/>
        <p:nvPr/>
      </p:nvGrpSpPr>
      <p:grpSpPr>
        <a:xfrm>
          <a:off x="0" y="0"/>
          <a:ext cx="0" cy="0"/>
          <a:chOff x="0" y="0"/>
          <a:chExt cx="0" cy="0"/>
        </a:xfrm>
      </p:grpSpPr>
      <p:sp>
        <p:nvSpPr>
          <p:cNvPr id="4997" name="Google Shape;4997;p52"/>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t>10.Naive Bayes classifier </a:t>
            </a:r>
            <a:endParaRPr sz="2800" dirty="0"/>
          </a:p>
        </p:txBody>
      </p:sp>
      <p:sp>
        <p:nvSpPr>
          <p:cNvPr id="4999" name="Google Shape;4999;p52"/>
          <p:cNvSpPr txBox="1"/>
          <p:nvPr/>
        </p:nvSpPr>
        <p:spPr>
          <a:xfrm>
            <a:off x="1315843" y="1011043"/>
            <a:ext cx="2271335" cy="1345581"/>
          </a:xfrm>
          <a:prstGeom prst="rect">
            <a:avLst/>
          </a:prstGeom>
          <a:noFill/>
          <a:ln>
            <a:noFill/>
          </a:ln>
        </p:spPr>
        <p:txBody>
          <a:bodyPr spcFirstLastPara="1" wrap="square" lIns="91425" tIns="91425" rIns="91425" bIns="91425" anchor="b" anchorCtr="0">
            <a:noAutofit/>
          </a:bodyPr>
          <a:lstStyle/>
          <a:p>
            <a:pPr algn="r"/>
            <a:r>
              <a:rPr lang="en-US" b="1" dirty="0">
                <a:solidFill>
                  <a:schemeClr val="bg1">
                    <a:lumMod val="75000"/>
                  </a:schemeClr>
                </a:solidFill>
                <a:latin typeface="Abel"/>
              </a:rPr>
              <a:t>We started by calculating the prior probabilities for each class in the training data.</a:t>
            </a:r>
          </a:p>
          <a:p>
            <a:pPr marL="0" lvl="0" indent="0" algn="r" rtl="0">
              <a:spcBef>
                <a:spcPts val="0"/>
              </a:spcBef>
              <a:spcAft>
                <a:spcPts val="0"/>
              </a:spcAft>
              <a:buNone/>
            </a:pPr>
            <a:endParaRPr lang="en-US" dirty="0">
              <a:solidFill>
                <a:schemeClr val="bg1">
                  <a:lumMod val="75000"/>
                </a:schemeClr>
              </a:solidFill>
              <a:latin typeface="Abel"/>
              <a:sym typeface="Audiowide"/>
            </a:endParaRPr>
          </a:p>
        </p:txBody>
      </p:sp>
      <p:sp>
        <p:nvSpPr>
          <p:cNvPr id="5006" name="Google Shape;5006;p52"/>
          <p:cNvSpPr txBox="1"/>
          <p:nvPr/>
        </p:nvSpPr>
        <p:spPr>
          <a:xfrm>
            <a:off x="4036457" y="1502371"/>
            <a:ext cx="848273" cy="3546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dirty="0">
                <a:solidFill>
                  <a:schemeClr val="lt1"/>
                </a:solidFill>
                <a:latin typeface="Audiowide"/>
                <a:ea typeface="Audiowide"/>
                <a:cs typeface="Audiowide"/>
                <a:sym typeface="Audiowide"/>
              </a:rPr>
              <a:t>01</a:t>
            </a:r>
            <a:endParaRPr sz="2800" dirty="0">
              <a:solidFill>
                <a:schemeClr val="lt1"/>
              </a:solidFill>
              <a:latin typeface="Audiowide"/>
              <a:ea typeface="Audiowide"/>
              <a:cs typeface="Audiowide"/>
              <a:sym typeface="Audiowide"/>
            </a:endParaRPr>
          </a:p>
        </p:txBody>
      </p:sp>
      <p:sp>
        <p:nvSpPr>
          <p:cNvPr id="5007" name="Google Shape;5007;p52"/>
          <p:cNvSpPr txBox="1"/>
          <p:nvPr/>
        </p:nvSpPr>
        <p:spPr>
          <a:xfrm>
            <a:off x="4036457" y="3574853"/>
            <a:ext cx="848273" cy="3546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a:solidFill>
                  <a:schemeClr val="lt1"/>
                </a:solidFill>
                <a:latin typeface="Audiowide"/>
                <a:ea typeface="Audiowide"/>
                <a:cs typeface="Audiowide"/>
                <a:sym typeface="Audiowide"/>
              </a:rPr>
              <a:t>04</a:t>
            </a:r>
            <a:endParaRPr sz="2800">
              <a:solidFill>
                <a:schemeClr val="lt1"/>
              </a:solidFill>
              <a:latin typeface="Audiowide"/>
              <a:ea typeface="Audiowide"/>
              <a:cs typeface="Audiowide"/>
              <a:sym typeface="Audiowide"/>
            </a:endParaRPr>
          </a:p>
        </p:txBody>
      </p:sp>
      <p:sp>
        <p:nvSpPr>
          <p:cNvPr id="5008" name="Google Shape;5008;p52"/>
          <p:cNvSpPr txBox="1"/>
          <p:nvPr/>
        </p:nvSpPr>
        <p:spPr>
          <a:xfrm>
            <a:off x="4036457" y="2193199"/>
            <a:ext cx="848273" cy="3546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a:solidFill>
                  <a:schemeClr val="lt1"/>
                </a:solidFill>
                <a:latin typeface="Audiowide"/>
                <a:ea typeface="Audiowide"/>
                <a:cs typeface="Audiowide"/>
                <a:sym typeface="Audiowide"/>
              </a:rPr>
              <a:t>02</a:t>
            </a:r>
            <a:endParaRPr sz="2800">
              <a:solidFill>
                <a:schemeClr val="lt1"/>
              </a:solidFill>
              <a:latin typeface="Audiowide"/>
              <a:ea typeface="Audiowide"/>
              <a:cs typeface="Audiowide"/>
              <a:sym typeface="Audiowide"/>
            </a:endParaRPr>
          </a:p>
        </p:txBody>
      </p:sp>
      <p:sp>
        <p:nvSpPr>
          <p:cNvPr id="5009" name="Google Shape;5009;p52"/>
          <p:cNvSpPr txBox="1"/>
          <p:nvPr/>
        </p:nvSpPr>
        <p:spPr>
          <a:xfrm>
            <a:off x="4036457" y="2884025"/>
            <a:ext cx="848273" cy="3546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dirty="0">
                <a:solidFill>
                  <a:schemeClr val="lt1"/>
                </a:solidFill>
                <a:latin typeface="Audiowide"/>
                <a:ea typeface="Audiowide"/>
                <a:cs typeface="Audiowide"/>
                <a:sym typeface="Audiowide"/>
              </a:rPr>
              <a:t>03</a:t>
            </a:r>
            <a:endParaRPr sz="2800" dirty="0">
              <a:solidFill>
                <a:schemeClr val="lt1"/>
              </a:solidFill>
              <a:latin typeface="Audiowide"/>
              <a:ea typeface="Audiowide"/>
              <a:cs typeface="Audiowide"/>
              <a:sym typeface="Audiowide"/>
            </a:endParaRPr>
          </a:p>
        </p:txBody>
      </p:sp>
      <p:cxnSp>
        <p:nvCxnSpPr>
          <p:cNvPr id="5010" name="Google Shape;5010;p52"/>
          <p:cNvCxnSpPr>
            <a:cxnSpLocks/>
            <a:stCxn id="5006" idx="1"/>
            <a:endCxn id="4999" idx="3"/>
          </p:cNvCxnSpPr>
          <p:nvPr/>
        </p:nvCxnSpPr>
        <p:spPr>
          <a:xfrm flipH="1">
            <a:off x="3587178" y="1679687"/>
            <a:ext cx="449279" cy="4147"/>
          </a:xfrm>
          <a:prstGeom prst="straightConnector1">
            <a:avLst/>
          </a:prstGeom>
          <a:noFill/>
          <a:ln w="19050" cap="flat" cmpd="sng">
            <a:solidFill>
              <a:schemeClr val="lt1"/>
            </a:solidFill>
            <a:prstDash val="solid"/>
            <a:round/>
            <a:headEnd type="none" w="med" len="med"/>
            <a:tailEnd type="oval" w="med" len="med"/>
          </a:ln>
        </p:spPr>
      </p:cxnSp>
      <p:cxnSp>
        <p:nvCxnSpPr>
          <p:cNvPr id="5011" name="Google Shape;5011;p52"/>
          <p:cNvCxnSpPr>
            <a:cxnSpLocks/>
            <a:stCxn id="5008" idx="3"/>
          </p:cNvCxnSpPr>
          <p:nvPr/>
        </p:nvCxnSpPr>
        <p:spPr>
          <a:xfrm>
            <a:off x="4884730" y="2370515"/>
            <a:ext cx="449148" cy="0"/>
          </a:xfrm>
          <a:prstGeom prst="straightConnector1">
            <a:avLst/>
          </a:prstGeom>
          <a:noFill/>
          <a:ln w="19050" cap="flat" cmpd="sng">
            <a:solidFill>
              <a:schemeClr val="lt1"/>
            </a:solidFill>
            <a:prstDash val="solid"/>
            <a:round/>
            <a:headEnd type="none" w="med" len="med"/>
            <a:tailEnd type="oval" w="med" len="med"/>
          </a:ln>
        </p:spPr>
      </p:cxnSp>
      <p:cxnSp>
        <p:nvCxnSpPr>
          <p:cNvPr id="5012" name="Google Shape;5012;p52"/>
          <p:cNvCxnSpPr>
            <a:cxnSpLocks/>
            <a:stCxn id="5009" idx="1"/>
          </p:cNvCxnSpPr>
          <p:nvPr/>
        </p:nvCxnSpPr>
        <p:spPr>
          <a:xfrm flipH="1">
            <a:off x="3587046" y="3061341"/>
            <a:ext cx="449411" cy="263"/>
          </a:xfrm>
          <a:prstGeom prst="straightConnector1">
            <a:avLst/>
          </a:prstGeom>
          <a:noFill/>
          <a:ln w="19050" cap="flat" cmpd="sng">
            <a:solidFill>
              <a:schemeClr val="lt1"/>
            </a:solidFill>
            <a:prstDash val="solid"/>
            <a:round/>
            <a:headEnd type="none" w="med" len="med"/>
            <a:tailEnd type="oval" w="med" len="med"/>
          </a:ln>
        </p:spPr>
      </p:cxnSp>
      <p:cxnSp>
        <p:nvCxnSpPr>
          <p:cNvPr id="5013" name="Google Shape;5013;p52"/>
          <p:cNvCxnSpPr>
            <a:cxnSpLocks/>
            <a:stCxn id="5007" idx="3"/>
          </p:cNvCxnSpPr>
          <p:nvPr/>
        </p:nvCxnSpPr>
        <p:spPr>
          <a:xfrm>
            <a:off x="4884730" y="3752169"/>
            <a:ext cx="449148" cy="0"/>
          </a:xfrm>
          <a:prstGeom prst="straightConnector1">
            <a:avLst/>
          </a:prstGeom>
          <a:noFill/>
          <a:ln w="19050" cap="flat" cmpd="sng">
            <a:solidFill>
              <a:schemeClr val="lt1"/>
            </a:solidFill>
            <a:prstDash val="solid"/>
            <a:round/>
            <a:headEnd type="none" w="med" len="med"/>
            <a:tailEnd type="oval" w="med" len="med"/>
          </a:ln>
        </p:spPr>
      </p:cxnSp>
      <p:sp>
        <p:nvSpPr>
          <p:cNvPr id="9" name="Google Shape;5009;p52">
            <a:extLst>
              <a:ext uri="{FF2B5EF4-FFF2-40B4-BE49-F238E27FC236}">
                <a16:creationId xmlns:a16="http://schemas.microsoft.com/office/drawing/2014/main" id="{6217E1CC-957B-1276-A98E-5F27AD18C619}"/>
              </a:ext>
            </a:extLst>
          </p:cNvPr>
          <p:cNvSpPr txBox="1"/>
          <p:nvPr/>
        </p:nvSpPr>
        <p:spPr>
          <a:xfrm>
            <a:off x="4017871" y="4181283"/>
            <a:ext cx="848273" cy="3546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 sz="2800" dirty="0">
                <a:solidFill>
                  <a:schemeClr val="lt1"/>
                </a:solidFill>
                <a:latin typeface="Audiowide"/>
                <a:ea typeface="Audiowide"/>
                <a:cs typeface="Audiowide"/>
                <a:sym typeface="Audiowide"/>
              </a:rPr>
              <a:t>05</a:t>
            </a:r>
            <a:endParaRPr sz="2800" dirty="0">
              <a:solidFill>
                <a:schemeClr val="lt1"/>
              </a:solidFill>
              <a:latin typeface="Audiowide"/>
              <a:ea typeface="Audiowide"/>
              <a:cs typeface="Audiowide"/>
              <a:sym typeface="Audiowide"/>
            </a:endParaRPr>
          </a:p>
        </p:txBody>
      </p:sp>
      <p:cxnSp>
        <p:nvCxnSpPr>
          <p:cNvPr id="10" name="Google Shape;5012;p52">
            <a:extLst>
              <a:ext uri="{FF2B5EF4-FFF2-40B4-BE49-F238E27FC236}">
                <a16:creationId xmlns:a16="http://schemas.microsoft.com/office/drawing/2014/main" id="{47918ADA-57DC-8EC7-64A9-45E10AE12FB3}"/>
              </a:ext>
            </a:extLst>
          </p:cNvPr>
          <p:cNvCxnSpPr>
            <a:cxnSpLocks/>
            <a:stCxn id="9" idx="1"/>
          </p:cNvCxnSpPr>
          <p:nvPr/>
        </p:nvCxnSpPr>
        <p:spPr>
          <a:xfrm flipH="1">
            <a:off x="3568460" y="4358599"/>
            <a:ext cx="449411" cy="263"/>
          </a:xfrm>
          <a:prstGeom prst="straightConnector1">
            <a:avLst/>
          </a:prstGeom>
          <a:noFill/>
          <a:ln w="19050" cap="flat" cmpd="sng">
            <a:solidFill>
              <a:schemeClr val="lt1"/>
            </a:solidFill>
            <a:prstDash val="solid"/>
            <a:round/>
            <a:headEnd type="none" w="med" len="med"/>
            <a:tailEnd type="oval" w="med" len="med"/>
          </a:ln>
        </p:spPr>
      </p:cxnSp>
      <p:sp>
        <p:nvSpPr>
          <p:cNvPr id="30" name="Google Shape;4999;p52">
            <a:extLst>
              <a:ext uri="{FF2B5EF4-FFF2-40B4-BE49-F238E27FC236}">
                <a16:creationId xmlns:a16="http://schemas.microsoft.com/office/drawing/2014/main" id="{F0D5929E-77F3-86E6-BF64-CDDF930AE434}"/>
              </a:ext>
            </a:extLst>
          </p:cNvPr>
          <p:cNvSpPr txBox="1"/>
          <p:nvPr/>
        </p:nvSpPr>
        <p:spPr>
          <a:xfrm>
            <a:off x="1070518" y="2483005"/>
            <a:ext cx="2512944" cy="1096536"/>
          </a:xfrm>
          <a:prstGeom prst="rect">
            <a:avLst/>
          </a:prstGeom>
          <a:noFill/>
          <a:ln>
            <a:noFill/>
          </a:ln>
        </p:spPr>
        <p:txBody>
          <a:bodyPr spcFirstLastPara="1" wrap="square" lIns="91425" tIns="91425" rIns="91425" bIns="91425" anchor="b" anchorCtr="0">
            <a:noAutofit/>
          </a:bodyPr>
          <a:lstStyle/>
          <a:p>
            <a:pPr algn="r"/>
            <a:r>
              <a:rPr lang="en-US" b="1" dirty="0">
                <a:solidFill>
                  <a:schemeClr val="bg1">
                    <a:lumMod val="75000"/>
                  </a:schemeClr>
                </a:solidFill>
                <a:latin typeface="Abel"/>
              </a:rPr>
              <a:t>Make predictions through calculating the probability of each class using Bayes' theorem and the conditional probabilities</a:t>
            </a:r>
            <a:endParaRPr lang="en-US" dirty="0">
              <a:solidFill>
                <a:schemeClr val="bg1">
                  <a:lumMod val="75000"/>
                </a:schemeClr>
              </a:solidFill>
              <a:latin typeface="Abel"/>
              <a:sym typeface="Audiowide"/>
            </a:endParaRPr>
          </a:p>
        </p:txBody>
      </p:sp>
      <p:sp>
        <p:nvSpPr>
          <p:cNvPr id="31" name="Google Shape;4999;p52">
            <a:extLst>
              <a:ext uri="{FF2B5EF4-FFF2-40B4-BE49-F238E27FC236}">
                <a16:creationId xmlns:a16="http://schemas.microsoft.com/office/drawing/2014/main" id="{3D24EB13-8046-AD18-B3DE-FC32024C29A3}"/>
              </a:ext>
            </a:extLst>
          </p:cNvPr>
          <p:cNvSpPr txBox="1"/>
          <p:nvPr/>
        </p:nvSpPr>
        <p:spPr>
          <a:xfrm>
            <a:off x="5397189" y="1947746"/>
            <a:ext cx="2271335" cy="817756"/>
          </a:xfrm>
          <a:prstGeom prst="rect">
            <a:avLst/>
          </a:prstGeom>
          <a:noFill/>
          <a:ln>
            <a:noFill/>
          </a:ln>
        </p:spPr>
        <p:txBody>
          <a:bodyPr spcFirstLastPara="1" wrap="square" lIns="91425" tIns="91425" rIns="91425" bIns="91425" anchor="b" anchorCtr="0">
            <a:noAutofit/>
          </a:bodyPr>
          <a:lstStyle/>
          <a:p>
            <a:r>
              <a:rPr lang="en-US" b="1" dirty="0">
                <a:solidFill>
                  <a:schemeClr val="bg1">
                    <a:lumMod val="75000"/>
                  </a:schemeClr>
                </a:solidFill>
                <a:latin typeface="Abel"/>
              </a:rPr>
              <a:t>Calculate the conditional probabilities of each input feature given each class </a:t>
            </a:r>
            <a:endParaRPr lang="en-US" b="1" dirty="0">
              <a:solidFill>
                <a:schemeClr val="bg1">
                  <a:lumMod val="75000"/>
                </a:schemeClr>
              </a:solidFill>
              <a:latin typeface="Abel"/>
              <a:sym typeface="Audiowide"/>
            </a:endParaRPr>
          </a:p>
        </p:txBody>
      </p:sp>
      <p:sp>
        <p:nvSpPr>
          <p:cNvPr id="4992" name="Google Shape;4999;p52">
            <a:extLst>
              <a:ext uri="{FF2B5EF4-FFF2-40B4-BE49-F238E27FC236}">
                <a16:creationId xmlns:a16="http://schemas.microsoft.com/office/drawing/2014/main" id="{F695B9AF-B664-1A40-1EFB-D18B61A17ED6}"/>
              </a:ext>
            </a:extLst>
          </p:cNvPr>
          <p:cNvSpPr txBox="1"/>
          <p:nvPr/>
        </p:nvSpPr>
        <p:spPr>
          <a:xfrm>
            <a:off x="5363736" y="3419707"/>
            <a:ext cx="2271335" cy="754566"/>
          </a:xfrm>
          <a:prstGeom prst="rect">
            <a:avLst/>
          </a:prstGeom>
          <a:noFill/>
          <a:ln>
            <a:noFill/>
          </a:ln>
        </p:spPr>
        <p:txBody>
          <a:bodyPr spcFirstLastPara="1" wrap="square" lIns="91425" tIns="91425" rIns="91425" bIns="91425" anchor="b" anchorCtr="0">
            <a:noAutofit/>
          </a:bodyPr>
          <a:lstStyle/>
          <a:p>
            <a:r>
              <a:rPr lang="en-US" b="1" dirty="0">
                <a:solidFill>
                  <a:schemeClr val="bg1">
                    <a:lumMod val="75000"/>
                  </a:schemeClr>
                </a:solidFill>
                <a:latin typeface="Abel"/>
              </a:rPr>
              <a:t>Evaluated the model using F1 score the accuracy of our model (95.23%).</a:t>
            </a:r>
            <a:endParaRPr lang="en-US" b="1" dirty="0">
              <a:solidFill>
                <a:schemeClr val="bg1">
                  <a:lumMod val="75000"/>
                </a:schemeClr>
              </a:solidFill>
              <a:latin typeface="Abel"/>
              <a:sym typeface="Audiowide"/>
            </a:endParaRPr>
          </a:p>
        </p:txBody>
      </p:sp>
      <p:sp>
        <p:nvSpPr>
          <p:cNvPr id="4993" name="Google Shape;4999;p52">
            <a:extLst>
              <a:ext uri="{FF2B5EF4-FFF2-40B4-BE49-F238E27FC236}">
                <a16:creationId xmlns:a16="http://schemas.microsoft.com/office/drawing/2014/main" id="{DACFE678-97E4-B0A8-B16F-232C44D9A9C0}"/>
              </a:ext>
            </a:extLst>
          </p:cNvPr>
          <p:cNvSpPr txBox="1"/>
          <p:nvPr/>
        </p:nvSpPr>
        <p:spPr>
          <a:xfrm>
            <a:off x="1271238" y="3434574"/>
            <a:ext cx="2271335" cy="1323278"/>
          </a:xfrm>
          <a:prstGeom prst="rect">
            <a:avLst/>
          </a:prstGeom>
          <a:noFill/>
          <a:ln>
            <a:noFill/>
          </a:ln>
        </p:spPr>
        <p:txBody>
          <a:bodyPr spcFirstLastPara="1" wrap="square" lIns="91425" tIns="91425" rIns="91425" bIns="91425" anchor="b" anchorCtr="0">
            <a:noAutofit/>
          </a:bodyPr>
          <a:lstStyle/>
          <a:p>
            <a:pPr algn="r"/>
            <a:r>
              <a:rPr lang="en-US" b="1" dirty="0">
                <a:solidFill>
                  <a:schemeClr val="bg1">
                    <a:lumMod val="75000"/>
                  </a:schemeClr>
                </a:solidFill>
                <a:latin typeface="Abel"/>
              </a:rPr>
              <a:t>Calculated its accuracy using the accuracy score from </a:t>
            </a:r>
            <a:r>
              <a:rPr lang="en-US" b="1" dirty="0" err="1">
                <a:solidFill>
                  <a:schemeClr val="bg1">
                    <a:lumMod val="75000"/>
                  </a:schemeClr>
                </a:solidFill>
                <a:latin typeface="Abel"/>
              </a:rPr>
              <a:t>sklearn</a:t>
            </a:r>
            <a:r>
              <a:rPr lang="en-US" b="1" dirty="0">
                <a:solidFill>
                  <a:schemeClr val="bg1">
                    <a:lumMod val="75000"/>
                  </a:schemeClr>
                </a:solidFill>
                <a:latin typeface="Abel"/>
              </a:rPr>
              <a:t> library in Python</a:t>
            </a:r>
            <a:endParaRPr lang="en-US" b="1" dirty="0">
              <a:solidFill>
                <a:schemeClr val="bg1">
                  <a:lumMod val="75000"/>
                </a:schemeClr>
              </a:solidFill>
              <a:latin typeface="Abel"/>
              <a:sym typeface="Audiowid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35"/>
        <p:cNvGrpSpPr/>
        <p:nvPr/>
      </p:nvGrpSpPr>
      <p:grpSpPr>
        <a:xfrm>
          <a:off x="0" y="0"/>
          <a:ext cx="0" cy="0"/>
          <a:chOff x="0" y="0"/>
          <a:chExt cx="0" cy="0"/>
        </a:xfrm>
      </p:grpSpPr>
      <p:sp>
        <p:nvSpPr>
          <p:cNvPr id="4736" name="Google Shape;4736;p37"/>
          <p:cNvSpPr txBox="1">
            <a:spLocks noGrp="1"/>
          </p:cNvSpPr>
          <p:nvPr>
            <p:ph type="title"/>
          </p:nvPr>
        </p:nvSpPr>
        <p:spPr>
          <a:xfrm>
            <a:off x="2440800" y="351243"/>
            <a:ext cx="42624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sz="3600" dirty="0"/>
              <a:t>Result </a:t>
            </a:r>
            <a:endParaRPr sz="3600" dirty="0"/>
          </a:p>
        </p:txBody>
      </p:sp>
      <p:cxnSp>
        <p:nvCxnSpPr>
          <p:cNvPr id="4739" name="Google Shape;4739;p37"/>
          <p:cNvCxnSpPr/>
          <p:nvPr/>
        </p:nvCxnSpPr>
        <p:spPr>
          <a:xfrm>
            <a:off x="2082600" y="1154133"/>
            <a:ext cx="4978800" cy="0"/>
          </a:xfrm>
          <a:prstGeom prst="straightConnector1">
            <a:avLst/>
          </a:prstGeom>
          <a:noFill/>
          <a:ln w="19050" cap="flat" cmpd="sng">
            <a:solidFill>
              <a:schemeClr val="lt1"/>
            </a:solidFill>
            <a:prstDash val="solid"/>
            <a:round/>
            <a:headEnd type="none" w="med" len="med"/>
            <a:tailEnd type="none" w="med" len="med"/>
          </a:ln>
        </p:spPr>
      </p:cxnSp>
      <p:sp>
        <p:nvSpPr>
          <p:cNvPr id="5" name="مربع نص 4">
            <a:extLst>
              <a:ext uri="{FF2B5EF4-FFF2-40B4-BE49-F238E27FC236}">
                <a16:creationId xmlns:a16="http://schemas.microsoft.com/office/drawing/2014/main" id="{DEC81AA3-CAD4-2D2F-D652-99A666016165}"/>
              </a:ext>
            </a:extLst>
          </p:cNvPr>
          <p:cNvSpPr txBox="1"/>
          <p:nvPr/>
        </p:nvSpPr>
        <p:spPr>
          <a:xfrm>
            <a:off x="1492404" y="1183583"/>
            <a:ext cx="5703849" cy="890437"/>
          </a:xfrm>
          <a:prstGeom prst="rect">
            <a:avLst/>
          </a:prstGeom>
          <a:noFill/>
        </p:spPr>
        <p:txBody>
          <a:bodyPr wrap="square">
            <a:spAutoFit/>
          </a:bodyPr>
          <a:lstStyle/>
          <a:p>
            <a:pPr marL="457200" lvl="1" algn="ctr" rtl="0">
              <a:lnSpc>
                <a:spcPct val="115000"/>
              </a:lnSpc>
              <a:spcAft>
                <a:spcPts val="1000"/>
              </a:spcAft>
              <a:buClr>
                <a:srgbClr val="365F91"/>
              </a:buClr>
            </a:pPr>
            <a:r>
              <a:rPr lang="en-US" sz="1400" dirty="0">
                <a:effectLst/>
                <a:latin typeface="Arial" panose="020B0604020202020204" pitchFamily="34" charset="0"/>
                <a:ea typeface="Calibri" panose="020F0502020204030204" pitchFamily="34" charset="0"/>
                <a:cs typeface="Arial" panose="020B0604020202020204" pitchFamily="34" charset="0"/>
              </a:rPr>
              <a:t>using the accuracy score from </a:t>
            </a:r>
            <a:r>
              <a:rPr lang="en-US" sz="1400" dirty="0" err="1">
                <a:effectLst/>
                <a:latin typeface="Arial" panose="020B0604020202020204" pitchFamily="34" charset="0"/>
                <a:ea typeface="Calibri" panose="020F0502020204030204" pitchFamily="34" charset="0"/>
                <a:cs typeface="Arial" panose="020B0604020202020204" pitchFamily="34" charset="0"/>
              </a:rPr>
              <a:t>sklearn</a:t>
            </a:r>
            <a:r>
              <a:rPr lang="en-US" sz="1400" dirty="0">
                <a:effectLst/>
                <a:latin typeface="Arial" panose="020B0604020202020204" pitchFamily="34" charset="0"/>
                <a:ea typeface="Calibri" panose="020F0502020204030204" pitchFamily="34" charset="0"/>
                <a:cs typeface="Arial" panose="020B0604020202020204" pitchFamily="34" charset="0"/>
              </a:rPr>
              <a:t> library in Python getting </a:t>
            </a:r>
            <a:r>
              <a:rPr lang="en-US" sz="1400" b="1" dirty="0">
                <a:solidFill>
                  <a:srgbClr val="00B0F0"/>
                </a:solidFill>
                <a:effectLst/>
                <a:latin typeface="Arial" panose="020B0604020202020204" pitchFamily="34" charset="0"/>
                <a:ea typeface="Calibri" panose="020F0502020204030204" pitchFamily="34" charset="0"/>
                <a:cs typeface="Arial" panose="020B0604020202020204" pitchFamily="34" charset="0"/>
              </a:rPr>
              <a:t>97.77%</a:t>
            </a:r>
            <a:r>
              <a:rPr lang="en-US" sz="1400" dirty="0">
                <a:solidFill>
                  <a:srgbClr val="00B0F0"/>
                </a:solidFill>
                <a:effectLst/>
                <a:latin typeface="Arial" panose="020B0604020202020204" pitchFamily="34" charset="0"/>
                <a:ea typeface="Calibri" panose="020F0502020204030204" pitchFamily="34" charset="0"/>
                <a:cs typeface="Arial" panose="020B0604020202020204" pitchFamily="34" charset="0"/>
              </a:rPr>
              <a:t> </a:t>
            </a:r>
            <a:r>
              <a:rPr lang="en-US" sz="1400" dirty="0">
                <a:effectLst/>
                <a:latin typeface="Arial" panose="020B0604020202020204" pitchFamily="34" charset="0"/>
                <a:ea typeface="Calibri" panose="020F0502020204030204" pitchFamily="34" charset="0"/>
                <a:cs typeface="Arial" panose="020B0604020202020204" pitchFamily="34" charset="0"/>
              </a:rPr>
              <a:t>accuracy percent deducing a difference of </a:t>
            </a:r>
            <a:r>
              <a:rPr lang="en-US" b="1" dirty="0">
                <a:solidFill>
                  <a:srgbClr val="00B0F0"/>
                </a:solidFill>
                <a:latin typeface="Arial" panose="020B0604020202020204" pitchFamily="34" charset="0"/>
                <a:cs typeface="Arial" panose="020B0604020202020204" pitchFamily="34" charset="0"/>
              </a:rPr>
              <a:t>2.47%</a:t>
            </a:r>
            <a:r>
              <a:rPr lang="en-US" sz="1800" dirty="0">
                <a:solidFill>
                  <a:srgbClr val="00B0F0"/>
                </a:solidFill>
                <a:effectLst/>
                <a:latin typeface="Arial" panose="020B0604020202020204" pitchFamily="34" charset="0"/>
                <a:ea typeface="Calibri" panose="020F0502020204030204" pitchFamily="34" charset="0"/>
              </a:rPr>
              <a:t> </a:t>
            </a:r>
            <a:r>
              <a:rPr lang="en-US" sz="1400" dirty="0">
                <a:solidFill>
                  <a:srgbClr val="00B0F0"/>
                </a:solidFill>
                <a:effectLst/>
                <a:latin typeface="Arial" panose="020B0604020202020204" pitchFamily="34" charset="0"/>
                <a:ea typeface="Calibri" panose="020F0502020204030204" pitchFamily="34" charset="0"/>
                <a:cs typeface="Arial" panose="020B0604020202020204" pitchFamily="34" charset="0"/>
              </a:rPr>
              <a:t> </a:t>
            </a:r>
            <a:r>
              <a:rPr lang="en-US" sz="1400" dirty="0">
                <a:effectLst/>
                <a:latin typeface="Arial" panose="020B0604020202020204" pitchFamily="34" charset="0"/>
                <a:ea typeface="Calibri" panose="020F0502020204030204" pitchFamily="34" charset="0"/>
                <a:cs typeface="Arial" panose="020B0604020202020204" pitchFamily="34" charset="0"/>
              </a:rPr>
              <a:t>difference between the 2 accuracies in favor of the last one</a:t>
            </a:r>
            <a:endParaRPr lang="en-US" sz="1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صورة 2">
            <a:extLst>
              <a:ext uri="{FF2B5EF4-FFF2-40B4-BE49-F238E27FC236}">
                <a16:creationId xmlns:a16="http://schemas.microsoft.com/office/drawing/2014/main" id="{6A54BF2F-48DD-208E-D270-6A2785B3E86E}"/>
              </a:ext>
            </a:extLst>
          </p:cNvPr>
          <p:cNvPicPr>
            <a:picLocks noChangeAspect="1"/>
          </p:cNvPicPr>
          <p:nvPr/>
        </p:nvPicPr>
        <p:blipFill>
          <a:blip r:embed="rId3"/>
          <a:stretch>
            <a:fillRect/>
          </a:stretch>
        </p:blipFill>
        <p:spPr>
          <a:xfrm>
            <a:off x="3258891" y="2081562"/>
            <a:ext cx="2568064" cy="1345580"/>
          </a:xfrm>
          <a:prstGeom prst="rect">
            <a:avLst/>
          </a:prstGeom>
        </p:spPr>
      </p:pic>
      <p:pic>
        <p:nvPicPr>
          <p:cNvPr id="6" name="صورة 5">
            <a:extLst>
              <a:ext uri="{FF2B5EF4-FFF2-40B4-BE49-F238E27FC236}">
                <a16:creationId xmlns:a16="http://schemas.microsoft.com/office/drawing/2014/main" id="{4C4BACAA-B8FF-17EC-69CC-F67A30B79AAC}"/>
              </a:ext>
            </a:extLst>
          </p:cNvPr>
          <p:cNvPicPr>
            <a:picLocks noChangeAspect="1"/>
          </p:cNvPicPr>
          <p:nvPr/>
        </p:nvPicPr>
        <p:blipFill>
          <a:blip r:embed="rId4"/>
          <a:stretch>
            <a:fillRect/>
          </a:stretch>
        </p:blipFill>
        <p:spPr>
          <a:xfrm>
            <a:off x="2459262" y="3494278"/>
            <a:ext cx="4171996" cy="1464401"/>
          </a:xfrm>
          <a:prstGeom prst="rect">
            <a:avLst/>
          </a:prstGeom>
        </p:spPr>
      </p:pic>
    </p:spTree>
    <p:extLst>
      <p:ext uri="{BB962C8B-B14F-4D97-AF65-F5344CB8AC3E}">
        <p14:creationId xmlns:p14="http://schemas.microsoft.com/office/powerpoint/2010/main" val="2494486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13"/>
        <p:cNvGrpSpPr/>
        <p:nvPr/>
      </p:nvGrpSpPr>
      <p:grpSpPr>
        <a:xfrm>
          <a:off x="0" y="0"/>
          <a:ext cx="0" cy="0"/>
          <a:chOff x="0" y="0"/>
          <a:chExt cx="0" cy="0"/>
        </a:xfrm>
      </p:grpSpPr>
      <p:sp>
        <p:nvSpPr>
          <p:cNvPr id="4714" name="Google Shape;4714;p35"/>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p>
            <a:r>
              <a:rPr lang="en-US" dirty="0"/>
              <a:t>Conclusion</a:t>
            </a:r>
            <a:br>
              <a:rPr lang="en-US" dirty="0"/>
            </a:br>
            <a:endParaRPr dirty="0"/>
          </a:p>
        </p:txBody>
      </p:sp>
      <p:cxnSp>
        <p:nvCxnSpPr>
          <p:cNvPr id="4716" name="Google Shape;4716;p35"/>
          <p:cNvCxnSpPr/>
          <p:nvPr/>
        </p:nvCxnSpPr>
        <p:spPr>
          <a:xfrm>
            <a:off x="-882525" y="4199375"/>
            <a:ext cx="4572000" cy="0"/>
          </a:xfrm>
          <a:prstGeom prst="straightConnector1">
            <a:avLst/>
          </a:prstGeom>
          <a:noFill/>
          <a:ln w="19050" cap="flat" cmpd="sng">
            <a:solidFill>
              <a:schemeClr val="lt1"/>
            </a:solidFill>
            <a:prstDash val="solid"/>
            <a:round/>
            <a:headEnd type="none" w="med" len="med"/>
            <a:tailEnd type="none" w="med" len="med"/>
          </a:ln>
        </p:spPr>
      </p:cxnSp>
      <p:sp>
        <p:nvSpPr>
          <p:cNvPr id="3" name="مربع نص 2">
            <a:extLst>
              <a:ext uri="{FF2B5EF4-FFF2-40B4-BE49-F238E27FC236}">
                <a16:creationId xmlns:a16="http://schemas.microsoft.com/office/drawing/2014/main" id="{07888B79-2BE1-AA5F-0597-88549079E758}"/>
              </a:ext>
            </a:extLst>
          </p:cNvPr>
          <p:cNvSpPr txBox="1"/>
          <p:nvPr/>
        </p:nvSpPr>
        <p:spPr>
          <a:xfrm>
            <a:off x="676508" y="1168943"/>
            <a:ext cx="5806067" cy="3181640"/>
          </a:xfrm>
          <a:prstGeom prst="rect">
            <a:avLst/>
          </a:prstGeom>
          <a:noFill/>
        </p:spPr>
        <p:txBody>
          <a:bodyPr wrap="square">
            <a:spAutoFit/>
          </a:bodyPr>
          <a:lstStyle/>
          <a:p>
            <a:pPr marL="182880">
              <a:lnSpc>
                <a:spcPct val="115000"/>
              </a:lnSpc>
              <a:spcAft>
                <a:spcPts val="1000"/>
              </a:spcAft>
            </a:pPr>
            <a:r>
              <a:rPr lang="en-US" dirty="0">
                <a:solidFill>
                  <a:schemeClr val="dk1"/>
                </a:solidFill>
                <a:latin typeface="Abel"/>
                <a:sym typeface="Abel"/>
              </a:rPr>
              <a:t>Based on the results obtained in this study, the following can be concluded the following:</a:t>
            </a:r>
          </a:p>
          <a:p>
            <a:pPr marL="285750" lvl="2" indent="-285750">
              <a:lnSpc>
                <a:spcPct val="115000"/>
              </a:lnSpc>
              <a:buClr>
                <a:srgbClr val="365F91"/>
              </a:buClr>
              <a:buFont typeface="Arial" panose="020B0604020202020204" pitchFamily="34" charset="0"/>
              <a:buChar char="•"/>
            </a:pPr>
            <a:r>
              <a:rPr lang="en-US" dirty="0">
                <a:solidFill>
                  <a:schemeClr val="dk1"/>
                </a:solidFill>
                <a:latin typeface="Abel"/>
                <a:sym typeface="Abel"/>
              </a:rPr>
              <a:t>The Naive Bayes model proved to be an effective tool for predicting the target variable in this study.</a:t>
            </a:r>
            <a:endParaRPr lang="ar-EG" dirty="0">
              <a:solidFill>
                <a:schemeClr val="dk1"/>
              </a:solidFill>
              <a:latin typeface="Abel"/>
              <a:sym typeface="Abel"/>
            </a:endParaRPr>
          </a:p>
          <a:p>
            <a:pPr marL="285750" lvl="2" indent="-285750">
              <a:lnSpc>
                <a:spcPct val="115000"/>
              </a:lnSpc>
              <a:buClr>
                <a:srgbClr val="365F91"/>
              </a:buClr>
              <a:buFont typeface="Arial" panose="020B0604020202020204" pitchFamily="34" charset="0"/>
              <a:buChar char="•"/>
            </a:pPr>
            <a:r>
              <a:rPr lang="en-US" dirty="0">
                <a:solidFill>
                  <a:schemeClr val="dk1"/>
                </a:solidFill>
                <a:latin typeface="Abel"/>
                <a:sym typeface="Abel"/>
              </a:rPr>
              <a:t>The model was able to accurately classify the testing data with an accuracy of 95.23% demonstrating its ability to generalize well to new data.</a:t>
            </a:r>
            <a:endParaRPr lang="ar-EG" dirty="0">
              <a:solidFill>
                <a:schemeClr val="dk1"/>
              </a:solidFill>
              <a:latin typeface="Abel"/>
              <a:sym typeface="Abel"/>
            </a:endParaRPr>
          </a:p>
          <a:p>
            <a:pPr marL="285750" lvl="2" indent="-285750">
              <a:lnSpc>
                <a:spcPct val="115000"/>
              </a:lnSpc>
              <a:buClr>
                <a:srgbClr val="365F91"/>
              </a:buClr>
              <a:buFont typeface="Arial" panose="020B0604020202020204" pitchFamily="34" charset="0"/>
              <a:buChar char="•"/>
            </a:pPr>
            <a:r>
              <a:rPr lang="en-US" dirty="0">
                <a:solidFill>
                  <a:schemeClr val="dk1"/>
                </a:solidFill>
                <a:latin typeface="Abel"/>
                <a:sym typeface="Abel"/>
              </a:rPr>
              <a:t>The implementation of the model from scratch showed the importance of considering the prior probabilities and conditional probabilities of the features when making predictions. Comparison with the Gaussian NB implementation from the </a:t>
            </a:r>
            <a:r>
              <a:rPr lang="en-US" dirty="0" err="1">
                <a:solidFill>
                  <a:schemeClr val="dk1"/>
                </a:solidFill>
                <a:latin typeface="Abel"/>
                <a:sym typeface="Abel"/>
              </a:rPr>
              <a:t>sklearn</a:t>
            </a:r>
            <a:r>
              <a:rPr lang="en-US" dirty="0">
                <a:solidFill>
                  <a:schemeClr val="dk1"/>
                </a:solidFill>
                <a:latin typeface="Abel"/>
                <a:sym typeface="Abel"/>
              </a:rPr>
              <a:t> package showed similar performance, indicating the reliability and consistency of the Naive Bayes algorithm.</a:t>
            </a:r>
          </a:p>
          <a:p>
            <a:pPr marL="457200" lvl="2">
              <a:lnSpc>
                <a:spcPct val="115000"/>
              </a:lnSpc>
              <a:spcAft>
                <a:spcPts val="1000"/>
              </a:spcAft>
            </a:pPr>
            <a:r>
              <a:rPr lang="en-US" dirty="0">
                <a:solidFill>
                  <a:schemeClr val="dk1"/>
                </a:solidFill>
                <a:latin typeface="Abel"/>
                <a:sym typeface="Abel"/>
              </a:rPr>
              <a:t> </a:t>
            </a:r>
          </a:p>
        </p:txBody>
      </p:sp>
    </p:spTree>
    <p:extLst>
      <p:ext uri="{BB962C8B-B14F-4D97-AF65-F5344CB8AC3E}">
        <p14:creationId xmlns:p14="http://schemas.microsoft.com/office/powerpoint/2010/main" val="480904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18"/>
        <p:cNvGrpSpPr/>
        <p:nvPr/>
      </p:nvGrpSpPr>
      <p:grpSpPr>
        <a:xfrm>
          <a:off x="0" y="0"/>
          <a:ext cx="0" cy="0"/>
          <a:chOff x="0" y="0"/>
          <a:chExt cx="0" cy="0"/>
        </a:xfrm>
      </p:grpSpPr>
      <p:sp>
        <p:nvSpPr>
          <p:cNvPr id="5120" name="Google Shape;5120;p62"/>
          <p:cNvSpPr txBox="1">
            <a:spLocks noGrp="1"/>
          </p:cNvSpPr>
          <p:nvPr>
            <p:ph type="body" idx="1"/>
          </p:nvPr>
        </p:nvSpPr>
        <p:spPr>
          <a:xfrm>
            <a:off x="721650" y="795454"/>
            <a:ext cx="6140067" cy="3413170"/>
          </a:xfrm>
          <a:prstGeom prst="rect">
            <a:avLst/>
          </a:prstGeom>
        </p:spPr>
        <p:txBody>
          <a:bodyPr spcFirstLastPara="1" wrap="square" lIns="91425" tIns="91425" rIns="91425" bIns="91425" anchor="t" anchorCtr="0">
            <a:noAutofit/>
          </a:bodyPr>
          <a:lstStyle/>
          <a:p>
            <a:pPr marL="0" indent="0">
              <a:spcBef>
                <a:spcPts val="1000"/>
              </a:spcBef>
              <a:buNone/>
            </a:pPr>
            <a:r>
              <a:rPr lang="en-US" sz="2000" dirty="0">
                <a:latin typeface="Audiowide"/>
              </a:rPr>
              <a:t>References:</a:t>
            </a:r>
            <a:endParaRPr lang="en-US" sz="2000" dirty="0">
              <a:latin typeface="Audiowide"/>
              <a:sym typeface="Audiowide"/>
            </a:endParaRPr>
          </a:p>
          <a:p>
            <a:pPr>
              <a:buFont typeface="Abel"/>
              <a:buChar char="●"/>
            </a:pPr>
            <a:r>
              <a:rPr lang="en-US" dirty="0">
                <a:solidFill>
                  <a:schemeClr val="hlink"/>
                </a:solidFill>
                <a:uFill>
                  <a:noFill/>
                </a:uFill>
                <a:hlinkClick r:id="rId3">
                  <a:extLst>
                    <a:ext uri="{A12FA001-AC4F-418D-AE19-62706E023703}">
                      <ahyp:hlinkClr xmlns:ahyp="http://schemas.microsoft.com/office/drawing/2018/hyperlinkcolor" val="tx"/>
                    </a:ext>
                  </a:extLst>
                </a:hlinkClick>
              </a:rPr>
              <a:t>https://link.springer.com/article/10.1023/A:1007413511361</a:t>
            </a:r>
            <a:endParaRPr lang="en-US" dirty="0">
              <a:solidFill>
                <a:schemeClr val="hlink"/>
              </a:solidFill>
              <a:uFill>
                <a:noFill/>
              </a:uFill>
            </a:endParaRPr>
          </a:p>
          <a:p>
            <a:pPr>
              <a:buFont typeface="Abel"/>
              <a:buChar char="●"/>
            </a:pPr>
            <a:r>
              <a:rPr lang="en-US" dirty="0">
                <a:solidFill>
                  <a:schemeClr val="hlink"/>
                </a:solidFill>
                <a:uFill>
                  <a:noFill/>
                </a:uFill>
                <a:hlinkClick r:id="rId4">
                  <a:extLst>
                    <a:ext uri="{A12FA001-AC4F-418D-AE19-62706E023703}">
                      <ahyp:hlinkClr xmlns:ahyp="http://schemas.microsoft.com/office/drawing/2018/hyperlinkcolor" val="tx"/>
                    </a:ext>
                  </a:extLst>
                </a:hlinkClick>
              </a:rPr>
              <a:t>https://colab.research.google.com/notebooks/intro.ipynb</a:t>
            </a:r>
            <a:endParaRPr lang="en-US" dirty="0">
              <a:solidFill>
                <a:schemeClr val="hlink"/>
              </a:solidFill>
              <a:uFill>
                <a:noFill/>
              </a:uFill>
            </a:endParaRPr>
          </a:p>
          <a:p>
            <a:pPr>
              <a:buFont typeface="Abel"/>
              <a:buChar char="●"/>
            </a:pPr>
            <a:r>
              <a:rPr lang="en-US" dirty="0">
                <a:solidFill>
                  <a:schemeClr val="hlink"/>
                </a:solidFill>
                <a:uFill>
                  <a:noFill/>
                </a:uFill>
                <a:hlinkClick r:id="rId5">
                  <a:extLst>
                    <a:ext uri="{A12FA001-AC4F-418D-AE19-62706E023703}">
                      <ahyp:hlinkClr xmlns:ahyp="http://schemas.microsoft.com/office/drawing/2018/hyperlinkcolor" val="tx"/>
                    </a:ext>
                  </a:extLst>
                </a:hlinkClick>
              </a:rPr>
              <a:t>https://www.itl.nist.gov/div898/handbook/eda/section3/eda35c.htm</a:t>
            </a:r>
            <a:endParaRPr lang="en-US" dirty="0">
              <a:solidFill>
                <a:schemeClr val="hlink"/>
              </a:solidFill>
              <a:uFill>
                <a:noFill/>
              </a:uFill>
            </a:endParaRPr>
          </a:p>
          <a:p>
            <a:pPr marL="0" indent="0">
              <a:spcBef>
                <a:spcPts val="1000"/>
              </a:spcBef>
              <a:buNone/>
            </a:pPr>
            <a:r>
              <a:rPr lang="en-US" sz="1800" dirty="0">
                <a:latin typeface="Audiowide"/>
              </a:rPr>
              <a:t>The analysis was performed using:</a:t>
            </a:r>
          </a:p>
          <a:p>
            <a:pPr marL="457200" lvl="0" indent="-304800" algn="l" rtl="0">
              <a:spcBef>
                <a:spcPts val="0"/>
              </a:spcBef>
              <a:spcAft>
                <a:spcPts val="0"/>
              </a:spcAft>
              <a:buSzPts val="1200"/>
              <a:buChar char="●"/>
            </a:pPr>
            <a:r>
              <a:rPr lang="en-US" dirty="0">
                <a:solidFill>
                  <a:schemeClr val="hlink"/>
                </a:solidFill>
                <a:uFill>
                  <a:noFill/>
                </a:uFill>
              </a:rPr>
              <a:t>Google </a:t>
            </a:r>
            <a:r>
              <a:rPr lang="en-US" dirty="0" err="1">
                <a:solidFill>
                  <a:schemeClr val="hlink"/>
                </a:solidFill>
                <a:uFill>
                  <a:noFill/>
                </a:uFill>
              </a:rPr>
              <a:t>Colab</a:t>
            </a:r>
            <a:r>
              <a:rPr lang="en-US" dirty="0">
                <a:solidFill>
                  <a:schemeClr val="hlink"/>
                </a:solidFill>
                <a:uFill>
                  <a:noFill/>
                </a:uFill>
              </a:rPr>
              <a:t>, a cloud-based platform that provides an interactive environment for data analysis and machine learning.</a:t>
            </a:r>
          </a:p>
          <a:p>
            <a:pPr marL="457200" lvl="0" indent="-304800" algn="l" rtl="0">
              <a:spcBef>
                <a:spcPts val="0"/>
              </a:spcBef>
              <a:spcAft>
                <a:spcPts val="0"/>
              </a:spcAft>
              <a:buSzPts val="1200"/>
              <a:buChar char="●"/>
            </a:pPr>
            <a:r>
              <a:rPr lang="en-US" dirty="0">
                <a:solidFill>
                  <a:schemeClr val="hlink"/>
                </a:solidFill>
                <a:uFill>
                  <a:noFill/>
                </a:uFill>
              </a:rPr>
              <a:t>Python, a popular programming language for data analysis and machine learning, was available in Google </a:t>
            </a:r>
            <a:r>
              <a:rPr lang="en-US" dirty="0" err="1">
                <a:solidFill>
                  <a:schemeClr val="hlink"/>
                </a:solidFill>
                <a:uFill>
                  <a:noFill/>
                </a:uFill>
              </a:rPr>
              <a:t>Colab</a:t>
            </a:r>
            <a:endParaRPr lang="en-US" dirty="0">
              <a:solidFill>
                <a:schemeClr val="hlink"/>
              </a:solidFill>
              <a:uFill>
                <a:noFill/>
              </a:uFill>
            </a:endParaRPr>
          </a:p>
          <a:p>
            <a:pPr marL="457200" lvl="0" indent="-304800" algn="l" rtl="0">
              <a:spcBef>
                <a:spcPts val="0"/>
              </a:spcBef>
              <a:spcAft>
                <a:spcPts val="0"/>
              </a:spcAft>
              <a:buSzPts val="1200"/>
              <a:buChar char="●"/>
            </a:pPr>
            <a:r>
              <a:rPr lang="en-US" dirty="0">
                <a:solidFill>
                  <a:schemeClr val="hlink"/>
                </a:solidFill>
                <a:uFill>
                  <a:noFill/>
                </a:uFill>
              </a:rPr>
              <a:t>Seaborn for advanced data visualization</a:t>
            </a:r>
          </a:p>
          <a:p>
            <a:pPr marL="457200" lvl="0" indent="-304800" algn="l" rtl="0">
              <a:spcBef>
                <a:spcPts val="0"/>
              </a:spcBef>
              <a:spcAft>
                <a:spcPts val="0"/>
              </a:spcAft>
              <a:buSzPts val="1200"/>
              <a:buChar char="●"/>
            </a:pPr>
            <a:r>
              <a:rPr lang="en-US" dirty="0">
                <a:solidFill>
                  <a:schemeClr val="hlink"/>
                </a:solidFill>
                <a:uFill>
                  <a:noFill/>
                </a:uFill>
              </a:rPr>
              <a:t>Matplotlib  for basic data visualization</a:t>
            </a:r>
          </a:p>
          <a:p>
            <a:pPr marL="457200" lvl="0" indent="-304800" algn="l" rtl="0">
              <a:spcBef>
                <a:spcPts val="0"/>
              </a:spcBef>
              <a:spcAft>
                <a:spcPts val="0"/>
              </a:spcAft>
              <a:buSzPts val="1200"/>
              <a:buChar char="●"/>
            </a:pPr>
            <a:r>
              <a:rPr lang="en-US" dirty="0" err="1">
                <a:solidFill>
                  <a:schemeClr val="hlink"/>
                </a:solidFill>
                <a:uFill>
                  <a:noFill/>
                </a:uFill>
              </a:rPr>
              <a:t>Sklearn.model_selection</a:t>
            </a:r>
            <a:r>
              <a:rPr lang="en-US" dirty="0">
                <a:solidFill>
                  <a:schemeClr val="hlink"/>
                </a:solidFill>
                <a:uFill>
                  <a:noFill/>
                </a:uFill>
              </a:rPr>
              <a:t> package from scikit-learn was used for splitting the dataset into training and testing sets</a:t>
            </a:r>
          </a:p>
          <a:p>
            <a:pPr marL="457200" lvl="0" indent="-304800" algn="l" rtl="0">
              <a:spcBef>
                <a:spcPts val="0"/>
              </a:spcBef>
              <a:spcAft>
                <a:spcPts val="0"/>
              </a:spcAft>
              <a:buSzPts val="1200"/>
              <a:buChar char="●"/>
            </a:pPr>
            <a:r>
              <a:rPr lang="en-US" dirty="0" err="1">
                <a:solidFill>
                  <a:schemeClr val="hlink"/>
                </a:solidFill>
                <a:uFill>
                  <a:noFill/>
                </a:uFill>
              </a:rPr>
              <a:t>Sklearn.metrics</a:t>
            </a:r>
            <a:r>
              <a:rPr lang="en-US" dirty="0">
                <a:solidFill>
                  <a:schemeClr val="hlink"/>
                </a:solidFill>
                <a:uFill>
                  <a:noFill/>
                </a:uFill>
              </a:rPr>
              <a:t> package from scikit-learn was used to evaluate the performance of the model.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64"/>
        <p:cNvGrpSpPr/>
        <p:nvPr/>
      </p:nvGrpSpPr>
      <p:grpSpPr>
        <a:xfrm>
          <a:off x="0" y="0"/>
          <a:ext cx="0" cy="0"/>
          <a:chOff x="0" y="0"/>
          <a:chExt cx="0" cy="0"/>
        </a:xfrm>
      </p:grpSpPr>
      <p:sp>
        <p:nvSpPr>
          <p:cNvPr id="5065" name="Google Shape;5065;p56"/>
          <p:cNvSpPr txBox="1">
            <a:spLocks noGrp="1"/>
          </p:cNvSpPr>
          <p:nvPr>
            <p:ph type="title"/>
          </p:nvPr>
        </p:nvSpPr>
        <p:spPr>
          <a:xfrm>
            <a:off x="1510350" y="539500"/>
            <a:ext cx="6123300" cy="203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dirty="0"/>
              <a:t>THANK</a:t>
            </a:r>
            <a:br>
              <a:rPr lang="de" dirty="0"/>
            </a:br>
            <a:r>
              <a:rPr lang="de" dirty="0"/>
              <a:t>YOU</a:t>
            </a:r>
            <a:endParaRPr dirty="0"/>
          </a:p>
        </p:txBody>
      </p:sp>
      <p:cxnSp>
        <p:nvCxnSpPr>
          <p:cNvPr id="5066" name="Google Shape;5066;p56"/>
          <p:cNvCxnSpPr/>
          <p:nvPr/>
        </p:nvCxnSpPr>
        <p:spPr>
          <a:xfrm>
            <a:off x="2082600" y="2806372"/>
            <a:ext cx="4978800" cy="0"/>
          </a:xfrm>
          <a:prstGeom prst="straightConnector1">
            <a:avLst/>
          </a:prstGeom>
          <a:noFill/>
          <a:ln w="19050" cap="flat" cmpd="sng">
            <a:solidFill>
              <a:schemeClr val="lt1"/>
            </a:solidFill>
            <a:prstDash val="solid"/>
            <a:round/>
            <a:headEnd type="none" w="med" len="med"/>
            <a:tailEnd type="none" w="med" len="med"/>
          </a:ln>
        </p:spPr>
      </p:cxnSp>
      <p:sp>
        <p:nvSpPr>
          <p:cNvPr id="3" name="مربع نص 2">
            <a:extLst>
              <a:ext uri="{FF2B5EF4-FFF2-40B4-BE49-F238E27FC236}">
                <a16:creationId xmlns:a16="http://schemas.microsoft.com/office/drawing/2014/main" id="{205023F8-800E-CFFD-A19E-B2D1F46DCC95}"/>
              </a:ext>
            </a:extLst>
          </p:cNvPr>
          <p:cNvSpPr txBox="1"/>
          <p:nvPr/>
        </p:nvSpPr>
        <p:spPr>
          <a:xfrm>
            <a:off x="3456879" y="2894112"/>
            <a:ext cx="2088994" cy="1846659"/>
          </a:xfrm>
          <a:prstGeom prst="rect">
            <a:avLst/>
          </a:prstGeom>
          <a:noFill/>
        </p:spPr>
        <p:txBody>
          <a:bodyPr wrap="square">
            <a:spAutoFit/>
          </a:bodyPr>
          <a:lstStyle/>
          <a:p>
            <a:pPr algn="ctr"/>
            <a:r>
              <a:rPr lang="en-US" sz="1600" dirty="0">
                <a:latin typeface="Audiowide"/>
              </a:rPr>
              <a:t>Team 2</a:t>
            </a:r>
          </a:p>
          <a:p>
            <a:pPr algn="ctr"/>
            <a:r>
              <a:rPr lang="en-US" dirty="0" err="1">
                <a:latin typeface="Abel" panose="02000506030000020004" pitchFamily="2" charset="0"/>
              </a:rPr>
              <a:t>Sondos</a:t>
            </a:r>
            <a:r>
              <a:rPr lang="en-US" dirty="0">
                <a:latin typeface="Abel" panose="02000506030000020004" pitchFamily="2" charset="0"/>
              </a:rPr>
              <a:t> Mahmoud </a:t>
            </a:r>
          </a:p>
          <a:p>
            <a:pPr algn="ctr"/>
            <a:r>
              <a:rPr lang="en-US" dirty="0">
                <a:latin typeface="Abel" panose="02000506030000020004" pitchFamily="2" charset="0"/>
              </a:rPr>
              <a:t>Shehab Mohamed</a:t>
            </a:r>
          </a:p>
          <a:p>
            <a:pPr algn="ctr"/>
            <a:r>
              <a:rPr lang="en-US" dirty="0">
                <a:latin typeface="Abel" panose="02000506030000020004" pitchFamily="2" charset="0"/>
              </a:rPr>
              <a:t>Fatma Ehab</a:t>
            </a:r>
          </a:p>
          <a:p>
            <a:pPr algn="ctr"/>
            <a:r>
              <a:rPr lang="en-US" dirty="0">
                <a:latin typeface="Abel" panose="02000506030000020004" pitchFamily="2" charset="0"/>
              </a:rPr>
              <a:t>Mai Mohamed</a:t>
            </a:r>
          </a:p>
          <a:p>
            <a:pPr algn="ctr"/>
            <a:r>
              <a:rPr lang="en-US" dirty="0">
                <a:latin typeface="Abel" panose="02000506030000020004" pitchFamily="2" charset="0"/>
              </a:rPr>
              <a:t>Noura Osama</a:t>
            </a:r>
          </a:p>
          <a:p>
            <a:pPr algn="ctr"/>
            <a:endParaRPr lang="en-US" dirty="0">
              <a:latin typeface="Audiowide"/>
            </a:endParaRPr>
          </a:p>
          <a:p>
            <a:pPr algn="ctr"/>
            <a:endParaRPr lang="en-US" dirty="0"/>
          </a:p>
        </p:txBody>
      </p:sp>
    </p:spTree>
  </p:cSld>
  <p:clrMapOvr>
    <a:masterClrMapping/>
  </p:clrMapOvr>
</p:sld>
</file>

<file path=ppt/theme/theme1.xml><?xml version="1.0" encoding="utf-8"?>
<a:theme xmlns:a="http://schemas.openxmlformats.org/drawingml/2006/main" name="Geometric Futuristic Duotone Style Tech Pitch Deck  by Slidesgo">
  <a:themeElements>
    <a:clrScheme name="Simple Light">
      <a:dk1>
        <a:srgbClr val="212121"/>
      </a:dk1>
      <a:lt1>
        <a:srgbClr val="999999"/>
      </a:lt1>
      <a:dk2>
        <a:srgbClr val="D9D9D9"/>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960</Words>
  <Application>Microsoft Office PowerPoint</Application>
  <PresentationFormat>عرض على الشاشة (16:9)</PresentationFormat>
  <Paragraphs>115</Paragraphs>
  <Slides>20</Slides>
  <Notes>20</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20</vt:i4>
      </vt:variant>
    </vt:vector>
  </HeadingPairs>
  <TitlesOfParts>
    <vt:vector size="29" baseType="lpstr">
      <vt:lpstr>Roboto Condensed Light</vt:lpstr>
      <vt:lpstr>Poppins</vt:lpstr>
      <vt:lpstr>Montserrat</vt:lpstr>
      <vt:lpstr>Arial</vt:lpstr>
      <vt:lpstr>Calibri</vt:lpstr>
      <vt:lpstr>Abel</vt:lpstr>
      <vt:lpstr>Anaheim</vt:lpstr>
      <vt:lpstr>Audiowide</vt:lpstr>
      <vt:lpstr>Geometric Futuristic Duotone Style Tech Pitch Deck  by Slidesgo</vt:lpstr>
      <vt:lpstr>BRESTCANCER using a Naive Bayes (NB) classifier  BioStatistics</vt:lpstr>
      <vt:lpstr>Introduction</vt:lpstr>
      <vt:lpstr>Steps:</vt:lpstr>
      <vt:lpstr>1.Select dataset</vt:lpstr>
      <vt:lpstr>2.Cleaning the dataset </vt:lpstr>
      <vt:lpstr>3. Removing the outliers</vt:lpstr>
      <vt:lpstr>Steps:</vt:lpstr>
      <vt:lpstr>4. Calculate a set of descriptive statistics </vt:lpstr>
      <vt:lpstr>5. Standardizing features</vt:lpstr>
      <vt:lpstr>Steps:</vt:lpstr>
      <vt:lpstr>6. Split the data</vt:lpstr>
      <vt:lpstr>7. Plotted the histogram/distribution</vt:lpstr>
      <vt:lpstr>8.Hypothesis Test </vt:lpstr>
      <vt:lpstr>9.Conditional  Distributions</vt:lpstr>
      <vt:lpstr>10.Naive Bayes classifier </vt:lpstr>
      <vt:lpstr>10.Naive Bayes classifier </vt:lpstr>
      <vt:lpstr>Result </vt:lpstr>
      <vt:lpstr>Conclusion </vt:lpstr>
      <vt:lpstr>عرض تقديمي في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BRESTCANCER using a Naive Bayes (NB) classifier  BioStatistics</dc:title>
  <dc:creator>Fatmhisoka</dc:creator>
  <cp:lastModifiedBy>fatma ehab</cp:lastModifiedBy>
  <cp:revision>3</cp:revision>
  <dcterms:modified xsi:type="dcterms:W3CDTF">2023-06-24T13:51:39Z</dcterms:modified>
</cp:coreProperties>
</file>